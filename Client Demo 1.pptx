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65" r:id="rId4"/>
  </p:sldMasterIdLst>
  <p:notesMasterIdLst>
    <p:notesMasterId r:id="rId25"/>
  </p:notesMasterIdLst>
  <p:sldIdLst>
    <p:sldId id="263" r:id="rId5"/>
    <p:sldId id="300" r:id="rId6"/>
    <p:sldId id="294" r:id="rId7"/>
    <p:sldId id="304" r:id="rId8"/>
    <p:sldId id="323" r:id="rId9"/>
    <p:sldId id="308" r:id="rId10"/>
    <p:sldId id="302" r:id="rId11"/>
    <p:sldId id="306" r:id="rId12"/>
    <p:sldId id="307" r:id="rId13"/>
    <p:sldId id="313" r:id="rId14"/>
    <p:sldId id="310" r:id="rId15"/>
    <p:sldId id="311" r:id="rId16"/>
    <p:sldId id="312" r:id="rId17"/>
    <p:sldId id="314" r:id="rId18"/>
    <p:sldId id="322" r:id="rId19"/>
    <p:sldId id="321" r:id="rId20"/>
    <p:sldId id="320" r:id="rId21"/>
    <p:sldId id="319" r:id="rId22"/>
    <p:sldId id="303" r:id="rId23"/>
    <p:sldId id="273" r:id="rId24"/>
  </p:sldIdLst>
  <p:sldSz cx="12192000" cy="6858000"/>
  <p:notesSz cx="6858000" cy="9144000"/>
  <p:embeddedFontLst>
    <p:embeddedFont>
      <p:font typeface="Helvetica Neue" panose="020B0604020202020204" charset="0"/>
      <p:regular r:id="rId26"/>
      <p:bold r:id="rId27"/>
      <p:italic r:id="rId28"/>
      <p:boldItalic r:id="rId29"/>
    </p:embeddedFont>
    <p:embeddedFont>
      <p:font typeface="Open Sans" panose="020B0604020202020204" charset="0"/>
      <p:regular r:id="rId30"/>
      <p:bold r:id="rId31"/>
      <p:italic r:id="rId32"/>
      <p:boldItalic r:id="rId33"/>
    </p:embeddedFont>
    <p:embeddedFont>
      <p:font typeface="Open Sans SemiBold" panose="020B0604020202020204" charset="0"/>
      <p:regular r:id="rId34"/>
      <p:bold r:id="rId35"/>
      <p:italic r:id="rId36"/>
      <p:boldItalic r:id="rId37"/>
    </p:embeddedFont>
    <p:embeddedFont>
      <p:font typeface="Poppins" panose="020B060402020202020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301D6A-5641-BBE6-861F-2C65C5660357}" name="Janet Fernando" initials="JF" userId="Janet Fernando" providerId="None"/>
  <p188:author id="{1C80C86B-6DBB-75AA-3E9B-F5842CB2E822}" name="Diana Daghlas" initials="DD" userId="S::diana.daghlas@smoothstack.com::6b90fc9c-afeb-4086-89da-74f5b8b6de6a" providerId="AD"/>
  <p188:author id="{A0AB10B4-8A21-9432-BB64-4E274A9BAA10}" name="Janet Fernando" initials="JF" userId="S::janet.fernando@smoothstack.com::1394f2fc-3635-4c7c-a762-8285e47e66d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21C1"/>
    <a:srgbClr val="5532C0"/>
    <a:srgbClr val="3345DB"/>
    <a:srgbClr val="7F52C5"/>
    <a:srgbClr val="7521A7"/>
    <a:srgbClr val="F0F2FC"/>
    <a:srgbClr val="E54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4BECC-AB5C-6BE6-24D0-3223D66CE46C}" v="452" dt="2024-06-11T13:41:44.272"/>
    <p1510:client id="{340016B9-DBB6-EA9E-AAA9-006C6092875A}" v="911" dt="2024-06-11T13:20:47.958"/>
    <p1510:client id="{5F151CD2-6D34-B8A4-5F7C-1F7768D77119}" v="10" dt="2024-06-11T01:40:39.686"/>
    <p1510:client id="{5F434401-1AED-E958-395C-F082FF50A13D}" v="216" dt="2024-06-11T12:54:37.319"/>
    <p1510:client id="{9C57337C-3787-AE18-D9EA-5A3A8FAAB69B}" v="684" dt="2024-06-11T03:33:30.746"/>
  </p1510:revLst>
</p1510:revInfo>
</file>

<file path=ppt/tableStyles.xml><?xml version="1.0" encoding="utf-8"?>
<a:tblStyleLst xmlns:a="http://schemas.openxmlformats.org/drawingml/2006/main" def="{6D26B4EC-7D67-4276-BFA0-212D160320C8}">
  <a:tblStyle styleId="{6D26B4EC-7D67-4276-BFA0-212D160320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4.fntdata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1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Canales" userId="S::jorge.canales@smoothstack.com::87a87ffe-d768-4732-be85-9b52b4273a67" providerId="AD" clId="Web-{1282DE81-4148-9918-C0AC-F7AA0E89C1D2}"/>
    <pc:docChg chg="modSld">
      <pc:chgData name="Jorge Canales" userId="S::jorge.canales@smoothstack.com::87a87ffe-d768-4732-be85-9b52b4273a67" providerId="AD" clId="Web-{1282DE81-4148-9918-C0AC-F7AA0E89C1D2}" dt="2024-05-27T17:31:40.481" v="533" actId="1076"/>
      <pc:docMkLst>
        <pc:docMk/>
      </pc:docMkLst>
      <pc:sldChg chg="addSp delSp modSp">
        <pc:chgData name="Jorge Canales" userId="S::jorge.canales@smoothstack.com::87a87ffe-d768-4732-be85-9b52b4273a67" providerId="AD" clId="Web-{1282DE81-4148-9918-C0AC-F7AA0E89C1D2}" dt="2024-05-27T17:26:42.813" v="518" actId="20577"/>
        <pc:sldMkLst>
          <pc:docMk/>
          <pc:sldMk cId="0" sldId="263"/>
        </pc:sldMkLst>
        <pc:spChg chg="del mod">
          <ac:chgData name="Jorge Canales" userId="S::jorge.canales@smoothstack.com::87a87ffe-d768-4732-be85-9b52b4273a67" providerId="AD" clId="Web-{1282DE81-4148-9918-C0AC-F7AA0E89C1D2}" dt="2024-05-27T17:16:29.179" v="376"/>
          <ac:spMkLst>
            <pc:docMk/>
            <pc:sldMk cId="0" sldId="263"/>
            <ac:spMk id="2" creationId="{A344E957-EAC3-950D-0C67-8261891C4C63}"/>
          </ac:spMkLst>
        </pc:spChg>
        <pc:spChg chg="add mod">
          <ac:chgData name="Jorge Canales" userId="S::jorge.canales@smoothstack.com::87a87ffe-d768-4732-be85-9b52b4273a67" providerId="AD" clId="Web-{1282DE81-4148-9918-C0AC-F7AA0E89C1D2}" dt="2024-05-27T17:26:42.813" v="518" actId="20577"/>
          <ac:spMkLst>
            <pc:docMk/>
            <pc:sldMk cId="0" sldId="263"/>
            <ac:spMk id="4" creationId="{3B6892F8-7A24-365F-5E3C-EAEA1D652564}"/>
          </ac:spMkLst>
        </pc:spChg>
        <pc:spChg chg="mod">
          <ac:chgData name="Jorge Canales" userId="S::jorge.canales@smoothstack.com::87a87ffe-d768-4732-be85-9b52b4273a67" providerId="AD" clId="Web-{1282DE81-4148-9918-C0AC-F7AA0E89C1D2}" dt="2024-05-27T17:25:34.873" v="499" actId="1076"/>
          <ac:spMkLst>
            <pc:docMk/>
            <pc:sldMk cId="0" sldId="263"/>
            <ac:spMk id="2052" creationId="{00000000-0000-0000-0000-000000000000}"/>
          </ac:spMkLst>
        </pc:spChg>
      </pc:sldChg>
      <pc:sldChg chg="modSp">
        <pc:chgData name="Jorge Canales" userId="S::jorge.canales@smoothstack.com::87a87ffe-d768-4732-be85-9b52b4273a67" providerId="AD" clId="Web-{1282DE81-4148-9918-C0AC-F7AA0E89C1D2}" dt="2024-05-27T16:06:49.792" v="22" actId="1076"/>
        <pc:sldMkLst>
          <pc:docMk/>
          <pc:sldMk cId="2817012864" sldId="294"/>
        </pc:sldMkLst>
        <pc:spChg chg="mod">
          <ac:chgData name="Jorge Canales" userId="S::jorge.canales@smoothstack.com::87a87ffe-d768-4732-be85-9b52b4273a67" providerId="AD" clId="Web-{1282DE81-4148-9918-C0AC-F7AA0E89C1D2}" dt="2024-05-27T16:06:14.666" v="17" actId="1076"/>
          <ac:spMkLst>
            <pc:docMk/>
            <pc:sldMk cId="2817012864" sldId="294"/>
            <ac:spMk id="17" creationId="{AD824127-83EA-B36E-F315-AD126FD895CD}"/>
          </ac:spMkLst>
        </pc:spChg>
        <pc:spChg chg="mod">
          <ac:chgData name="Jorge Canales" userId="S::jorge.canales@smoothstack.com::87a87ffe-d768-4732-be85-9b52b4273a67" providerId="AD" clId="Web-{1282DE81-4148-9918-C0AC-F7AA0E89C1D2}" dt="2024-05-27T16:05:55.055" v="13" actId="1076"/>
          <ac:spMkLst>
            <pc:docMk/>
            <pc:sldMk cId="2817012864" sldId="294"/>
            <ac:spMk id="26" creationId="{768BC2E1-A8B5-8425-7719-2FDA9F9FD561}"/>
          </ac:spMkLst>
        </pc:spChg>
        <pc:picChg chg="mod modCrop">
          <ac:chgData name="Jorge Canales" userId="S::jorge.canales@smoothstack.com::87a87ffe-d768-4732-be85-9b52b4273a67" providerId="AD" clId="Web-{1282DE81-4148-9918-C0AC-F7AA0E89C1D2}" dt="2024-05-27T16:06:49.792" v="22" actId="1076"/>
          <ac:picMkLst>
            <pc:docMk/>
            <pc:sldMk cId="2817012864" sldId="294"/>
            <ac:picMk id="16" creationId="{F1D4CF87-BCA8-9321-BC48-0B3849B37CA7}"/>
          </ac:picMkLst>
        </pc:picChg>
      </pc:sldChg>
      <pc:sldChg chg="addSp delSp modSp modNotes">
        <pc:chgData name="Jorge Canales" userId="S::jorge.canales@smoothstack.com::87a87ffe-d768-4732-be85-9b52b4273a67" providerId="AD" clId="Web-{1282DE81-4148-9918-C0AC-F7AA0E89C1D2}" dt="2024-05-27T17:31:40.481" v="533" actId="1076"/>
        <pc:sldMkLst>
          <pc:docMk/>
          <pc:sldMk cId="655573721" sldId="300"/>
        </pc:sldMkLst>
        <pc:spChg chg="mod">
          <ac:chgData name="Jorge Canales" userId="S::jorge.canales@smoothstack.com::87a87ffe-d768-4732-be85-9b52b4273a67" providerId="AD" clId="Web-{1282DE81-4148-9918-C0AC-F7AA0E89C1D2}" dt="2024-05-27T16:52:50.588" v="257" actId="20577"/>
          <ac:spMkLst>
            <pc:docMk/>
            <pc:sldMk cId="655573721" sldId="300"/>
            <ac:spMk id="3" creationId="{AAB4572D-C75B-3419-252A-809B0C281CED}"/>
          </ac:spMkLst>
        </pc:spChg>
        <pc:spChg chg="mod">
          <ac:chgData name="Jorge Canales" userId="S::jorge.canales@smoothstack.com::87a87ffe-d768-4732-be85-9b52b4273a67" providerId="AD" clId="Web-{1282DE81-4148-9918-C0AC-F7AA0E89C1D2}" dt="2024-05-27T16:51:23.662" v="242" actId="1076"/>
          <ac:spMkLst>
            <pc:docMk/>
            <pc:sldMk cId="655573721" sldId="300"/>
            <ac:spMk id="4" creationId="{963EB84E-0A70-6AF2-BA97-84B07624CDCD}"/>
          </ac:spMkLst>
        </pc:spChg>
        <pc:picChg chg="mod">
          <ac:chgData name="Jorge Canales" userId="S::jorge.canales@smoothstack.com::87a87ffe-d768-4732-be85-9b52b4273a67" providerId="AD" clId="Web-{1282DE81-4148-9918-C0AC-F7AA0E89C1D2}" dt="2024-05-27T17:31:40.309" v="519" actId="1076"/>
          <ac:picMkLst>
            <pc:docMk/>
            <pc:sldMk cId="655573721" sldId="300"/>
            <ac:picMk id="5" creationId="{2DF39795-E5E7-79BD-BE67-547EF7DA25A6}"/>
          </ac:picMkLst>
        </pc:picChg>
        <pc:picChg chg="mod">
          <ac:chgData name="Jorge Canales" userId="S::jorge.canales@smoothstack.com::87a87ffe-d768-4732-be85-9b52b4273a67" providerId="AD" clId="Web-{1282DE81-4148-9918-C0AC-F7AA0E89C1D2}" dt="2024-05-27T17:31:40.387" v="527" actId="1076"/>
          <ac:picMkLst>
            <pc:docMk/>
            <pc:sldMk cId="655573721" sldId="300"/>
            <ac:picMk id="21" creationId="{72454071-32C5-FD40-D456-4E7245268B25}"/>
          </ac:picMkLst>
        </pc:picChg>
        <pc:picChg chg="mod">
          <ac:chgData name="Jorge Canales" userId="S::jorge.canales@smoothstack.com::87a87ffe-d768-4732-be85-9b52b4273a67" providerId="AD" clId="Web-{1282DE81-4148-9918-C0AC-F7AA0E89C1D2}" dt="2024-05-27T17:31:40.324" v="520" actId="1076"/>
          <ac:picMkLst>
            <pc:docMk/>
            <pc:sldMk cId="655573721" sldId="300"/>
            <ac:picMk id="22" creationId="{0F01B5F0-2EC9-0B12-9080-9C3738F2DF32}"/>
          </ac:picMkLst>
        </pc:picChg>
        <pc:picChg chg="mod">
          <ac:chgData name="Jorge Canales" userId="S::jorge.canales@smoothstack.com::87a87ffe-d768-4732-be85-9b52b4273a67" providerId="AD" clId="Web-{1282DE81-4148-9918-C0AC-F7AA0E89C1D2}" dt="2024-05-27T17:31:40.324" v="521" actId="1076"/>
          <ac:picMkLst>
            <pc:docMk/>
            <pc:sldMk cId="655573721" sldId="300"/>
            <ac:picMk id="23" creationId="{191EE820-4E21-06A1-12B7-2179BBEE0E62}"/>
          </ac:picMkLst>
        </pc:picChg>
        <pc:picChg chg="add mod">
          <ac:chgData name="Jorge Canales" userId="S::jorge.canales@smoothstack.com::87a87ffe-d768-4732-be85-9b52b4273a67" providerId="AD" clId="Web-{1282DE81-4148-9918-C0AC-F7AA0E89C1D2}" dt="2024-05-27T17:31:40.403" v="529" actId="1076"/>
          <ac:picMkLst>
            <pc:docMk/>
            <pc:sldMk cId="655573721" sldId="300"/>
            <ac:picMk id="24" creationId="{7F94A13D-9575-5B17-FE78-E1DB8C18D2E6}"/>
          </ac:picMkLst>
        </pc:picChg>
        <pc:picChg chg="add del mod modCrop">
          <ac:chgData name="Jorge Canales" userId="S::jorge.canales@smoothstack.com::87a87ffe-d768-4732-be85-9b52b4273a67" providerId="AD" clId="Web-{1282DE81-4148-9918-C0AC-F7AA0E89C1D2}" dt="2024-05-27T17:31:40.387" v="528" actId="1076"/>
          <ac:picMkLst>
            <pc:docMk/>
            <pc:sldMk cId="655573721" sldId="300"/>
            <ac:picMk id="25" creationId="{8C38069D-CF5B-34C2-6CE9-77E95D6CD9A3}"/>
          </ac:picMkLst>
        </pc:picChg>
        <pc:picChg chg="mod">
          <ac:chgData name="Jorge Canales" userId="S::jorge.canales@smoothstack.com::87a87ffe-d768-4732-be85-9b52b4273a67" providerId="AD" clId="Web-{1282DE81-4148-9918-C0AC-F7AA0E89C1D2}" dt="2024-05-27T17:31:40.340" v="522" actId="1076"/>
          <ac:picMkLst>
            <pc:docMk/>
            <pc:sldMk cId="655573721" sldId="300"/>
            <ac:picMk id="26" creationId="{F3E9B257-662F-8B21-B8A0-644A5CE5DF57}"/>
          </ac:picMkLst>
        </pc:picChg>
        <pc:picChg chg="mod">
          <ac:chgData name="Jorge Canales" userId="S::jorge.canales@smoothstack.com::87a87ffe-d768-4732-be85-9b52b4273a67" providerId="AD" clId="Web-{1282DE81-4148-9918-C0AC-F7AA0E89C1D2}" dt="2024-05-27T17:31:40.340" v="523" actId="1076"/>
          <ac:picMkLst>
            <pc:docMk/>
            <pc:sldMk cId="655573721" sldId="300"/>
            <ac:picMk id="27" creationId="{10CFC35F-9494-28CF-F3C3-ED95B1A543C5}"/>
          </ac:picMkLst>
        </pc:picChg>
        <pc:picChg chg="mod">
          <ac:chgData name="Jorge Canales" userId="S::jorge.canales@smoothstack.com::87a87ffe-d768-4732-be85-9b52b4273a67" providerId="AD" clId="Web-{1282DE81-4148-9918-C0AC-F7AA0E89C1D2}" dt="2024-05-27T17:31:40.356" v="524" actId="1076"/>
          <ac:picMkLst>
            <pc:docMk/>
            <pc:sldMk cId="655573721" sldId="300"/>
            <ac:picMk id="28" creationId="{DA9D9D71-B8D2-BA22-F220-CF70CBD861B1}"/>
          </ac:picMkLst>
        </pc:picChg>
        <pc:picChg chg="mod">
          <ac:chgData name="Jorge Canales" userId="S::jorge.canales@smoothstack.com::87a87ffe-d768-4732-be85-9b52b4273a67" providerId="AD" clId="Web-{1282DE81-4148-9918-C0AC-F7AA0E89C1D2}" dt="2024-05-27T17:31:40.371" v="525" actId="1076"/>
          <ac:picMkLst>
            <pc:docMk/>
            <pc:sldMk cId="655573721" sldId="300"/>
            <ac:picMk id="29" creationId="{AB65D901-4470-5237-0333-5734014801AE}"/>
          </ac:picMkLst>
        </pc:picChg>
        <pc:picChg chg="mod">
          <ac:chgData name="Jorge Canales" userId="S::jorge.canales@smoothstack.com::87a87ffe-d768-4732-be85-9b52b4273a67" providerId="AD" clId="Web-{1282DE81-4148-9918-C0AC-F7AA0E89C1D2}" dt="2024-05-27T17:31:40.371" v="526" actId="1076"/>
          <ac:picMkLst>
            <pc:docMk/>
            <pc:sldMk cId="655573721" sldId="300"/>
            <ac:picMk id="30" creationId="{CFC5D9D4-0F92-7A47-4311-641E5BB1EDEF}"/>
          </ac:picMkLst>
        </pc:picChg>
        <pc:picChg chg="add del mod">
          <ac:chgData name="Jorge Canales" userId="S::jorge.canales@smoothstack.com::87a87ffe-d768-4732-be85-9b52b4273a67" providerId="AD" clId="Web-{1282DE81-4148-9918-C0AC-F7AA0E89C1D2}" dt="2024-05-27T17:31:40.418" v="530" actId="1076"/>
          <ac:picMkLst>
            <pc:docMk/>
            <pc:sldMk cId="655573721" sldId="300"/>
            <ac:picMk id="31" creationId="{3C768857-EAA3-7ACB-8099-A3DFD2E0059F}"/>
          </ac:picMkLst>
        </pc:picChg>
        <pc:picChg chg="add del mod">
          <ac:chgData name="Jorge Canales" userId="S::jorge.canales@smoothstack.com::87a87ffe-d768-4732-be85-9b52b4273a67" providerId="AD" clId="Web-{1282DE81-4148-9918-C0AC-F7AA0E89C1D2}" dt="2024-05-27T16:13:52.699" v="69"/>
          <ac:picMkLst>
            <pc:docMk/>
            <pc:sldMk cId="655573721" sldId="300"/>
            <ac:picMk id="32" creationId="{51454E7F-3587-C707-83A7-67A33F4FA279}"/>
          </ac:picMkLst>
        </pc:picChg>
        <pc:picChg chg="add mod modCrop">
          <ac:chgData name="Jorge Canales" userId="S::jorge.canales@smoothstack.com::87a87ffe-d768-4732-be85-9b52b4273a67" providerId="AD" clId="Web-{1282DE81-4148-9918-C0AC-F7AA0E89C1D2}" dt="2024-05-27T17:31:40.465" v="532" actId="1076"/>
          <ac:picMkLst>
            <pc:docMk/>
            <pc:sldMk cId="655573721" sldId="300"/>
            <ac:picMk id="32" creationId="{A28BEBF1-8165-3C16-6726-15F3D8962E9B}"/>
          </ac:picMkLst>
        </pc:picChg>
        <pc:picChg chg="add del mod">
          <ac:chgData name="Jorge Canales" userId="S::jorge.canales@smoothstack.com::87a87ffe-d768-4732-be85-9b52b4273a67" providerId="AD" clId="Web-{1282DE81-4148-9918-C0AC-F7AA0E89C1D2}" dt="2024-05-27T17:10:04.769" v="339"/>
          <ac:picMkLst>
            <pc:docMk/>
            <pc:sldMk cId="655573721" sldId="300"/>
            <ac:picMk id="33" creationId="{7AF63A81-BED1-DCAD-18C1-EB53FF2A1779}"/>
          </ac:picMkLst>
        </pc:picChg>
        <pc:picChg chg="add mod">
          <ac:chgData name="Jorge Canales" userId="S::jorge.canales@smoothstack.com::87a87ffe-d768-4732-be85-9b52b4273a67" providerId="AD" clId="Web-{1282DE81-4148-9918-C0AC-F7AA0E89C1D2}" dt="2024-05-27T17:31:40.434" v="531" actId="1076"/>
          <ac:picMkLst>
            <pc:docMk/>
            <pc:sldMk cId="655573721" sldId="300"/>
            <ac:picMk id="34" creationId="{B94E62E2-036A-93C8-9E39-BAE8B54EE773}"/>
          </ac:picMkLst>
        </pc:picChg>
        <pc:picChg chg="add mod">
          <ac:chgData name="Jorge Canales" userId="S::jorge.canales@smoothstack.com::87a87ffe-d768-4732-be85-9b52b4273a67" providerId="AD" clId="Web-{1282DE81-4148-9918-C0AC-F7AA0E89C1D2}" dt="2024-05-27T17:31:40.481" v="533" actId="1076"/>
          <ac:picMkLst>
            <pc:docMk/>
            <pc:sldMk cId="655573721" sldId="300"/>
            <ac:picMk id="35" creationId="{4C0BA31A-35C2-9F01-446D-01087BC525E4}"/>
          </ac:picMkLst>
        </pc:picChg>
      </pc:sldChg>
      <pc:sldChg chg="delSp modSp">
        <pc:chgData name="Jorge Canales" userId="S::jorge.canales@smoothstack.com::87a87ffe-d768-4732-be85-9b52b4273a67" providerId="AD" clId="Web-{1282DE81-4148-9918-C0AC-F7AA0E89C1D2}" dt="2024-05-27T16:09:03.735" v="43" actId="1076"/>
        <pc:sldMkLst>
          <pc:docMk/>
          <pc:sldMk cId="3033126199" sldId="303"/>
        </pc:sldMkLst>
        <pc:spChg chg="mod">
          <ac:chgData name="Jorge Canales" userId="S::jorge.canales@smoothstack.com::87a87ffe-d768-4732-be85-9b52b4273a67" providerId="AD" clId="Web-{1282DE81-4148-9918-C0AC-F7AA0E89C1D2}" dt="2024-05-27T16:08:35.109" v="34" actId="1076"/>
          <ac:spMkLst>
            <pc:docMk/>
            <pc:sldMk cId="3033126199" sldId="303"/>
            <ac:spMk id="4" creationId="{170280C4-AD73-847C-D048-93A58405A3A9}"/>
          </ac:spMkLst>
        </pc:spChg>
        <pc:spChg chg="mod">
          <ac:chgData name="Jorge Canales" userId="S::jorge.canales@smoothstack.com::87a87ffe-d768-4732-be85-9b52b4273a67" providerId="AD" clId="Web-{1282DE81-4148-9918-C0AC-F7AA0E89C1D2}" dt="2024-05-27T16:09:03.735" v="43" actId="1076"/>
          <ac:spMkLst>
            <pc:docMk/>
            <pc:sldMk cId="3033126199" sldId="303"/>
            <ac:spMk id="6" creationId="{5FFB76D9-5479-34CC-7729-A2CC1D49AD0D}"/>
          </ac:spMkLst>
        </pc:spChg>
        <pc:spChg chg="del mod">
          <ac:chgData name="Jorge Canales" userId="S::jorge.canales@smoothstack.com::87a87ffe-d768-4732-be85-9b52b4273a67" providerId="AD" clId="Web-{1282DE81-4148-9918-C0AC-F7AA0E89C1D2}" dt="2024-05-27T16:08:30.749" v="33"/>
          <ac:spMkLst>
            <pc:docMk/>
            <pc:sldMk cId="3033126199" sldId="303"/>
            <ac:spMk id="21" creationId="{A72BF241-BECC-B662-E988-5374EBDBE5B9}"/>
          </ac:spMkLst>
        </pc:spChg>
        <pc:picChg chg="mod">
          <ac:chgData name="Jorge Canales" userId="S::jorge.canales@smoothstack.com::87a87ffe-d768-4732-be85-9b52b4273a67" providerId="AD" clId="Web-{1282DE81-4148-9918-C0AC-F7AA0E89C1D2}" dt="2024-05-27T16:08:52.359" v="41" actId="1076"/>
          <ac:picMkLst>
            <pc:docMk/>
            <pc:sldMk cId="3033126199" sldId="303"/>
            <ac:picMk id="23" creationId="{C38241BA-21C7-08E3-766D-F0C838E138D8}"/>
          </ac:picMkLst>
        </pc:picChg>
        <pc:picChg chg="del">
          <ac:chgData name="Jorge Canales" userId="S::jorge.canales@smoothstack.com::87a87ffe-d768-4732-be85-9b52b4273a67" providerId="AD" clId="Web-{1282DE81-4148-9918-C0AC-F7AA0E89C1D2}" dt="2024-05-27T16:08:22.186" v="29"/>
          <ac:picMkLst>
            <pc:docMk/>
            <pc:sldMk cId="3033126199" sldId="303"/>
            <ac:picMk id="25" creationId="{DEE19B07-8ED2-C16B-E21B-4D204B9E732E}"/>
          </ac:picMkLst>
        </pc:picChg>
        <pc:picChg chg="mod">
          <ac:chgData name="Jorge Canales" userId="S::jorge.canales@smoothstack.com::87a87ffe-d768-4732-be85-9b52b4273a67" providerId="AD" clId="Web-{1282DE81-4148-9918-C0AC-F7AA0E89C1D2}" dt="2024-05-27T16:08:49.750" v="40" actId="1076"/>
          <ac:picMkLst>
            <pc:docMk/>
            <pc:sldMk cId="3033126199" sldId="303"/>
            <ac:picMk id="27" creationId="{2307948B-4AC9-DDF1-2DA8-C6C287ADA4B9}"/>
          </ac:picMkLst>
        </pc:picChg>
        <pc:picChg chg="mod">
          <ac:chgData name="Jorge Canales" userId="S::jorge.canales@smoothstack.com::87a87ffe-d768-4732-be85-9b52b4273a67" providerId="AD" clId="Web-{1282DE81-4148-9918-C0AC-F7AA0E89C1D2}" dt="2024-05-27T16:09:01.282" v="42" actId="1076"/>
          <ac:picMkLst>
            <pc:docMk/>
            <pc:sldMk cId="3033126199" sldId="303"/>
            <ac:picMk id="29" creationId="{EAB6C3B2-0733-6736-A470-FFD5708ACE5F}"/>
          </ac:picMkLst>
        </pc:picChg>
      </pc:sldChg>
      <pc:sldChg chg="addSp delSp modSp">
        <pc:chgData name="Jorge Canales" userId="S::jorge.canales@smoothstack.com::87a87ffe-d768-4732-be85-9b52b4273a67" providerId="AD" clId="Web-{1282DE81-4148-9918-C0AC-F7AA0E89C1D2}" dt="2024-05-27T16:19:59.073" v="83" actId="1076"/>
        <pc:sldMkLst>
          <pc:docMk/>
          <pc:sldMk cId="2662293983" sldId="304"/>
        </pc:sldMkLst>
        <pc:spChg chg="del mod">
          <ac:chgData name="Jorge Canales" userId="S::jorge.canales@smoothstack.com::87a87ffe-d768-4732-be85-9b52b4273a67" providerId="AD" clId="Web-{1282DE81-4148-9918-C0AC-F7AA0E89C1D2}" dt="2024-05-27T16:19:57.338" v="82"/>
          <ac:spMkLst>
            <pc:docMk/>
            <pc:sldMk cId="2662293983" sldId="304"/>
            <ac:spMk id="19" creationId="{0E3D61B1-957B-0A53-DA1B-9E890D9F14FB}"/>
          </ac:spMkLst>
        </pc:spChg>
        <pc:spChg chg="mod">
          <ac:chgData name="Jorge Canales" userId="S::jorge.canales@smoothstack.com::87a87ffe-d768-4732-be85-9b52b4273a67" providerId="AD" clId="Web-{1282DE81-4148-9918-C0AC-F7AA0E89C1D2}" dt="2024-05-27T16:06:55.980" v="23" actId="1076"/>
          <ac:spMkLst>
            <pc:docMk/>
            <pc:sldMk cId="2662293983" sldId="304"/>
            <ac:spMk id="26" creationId="{768BC2E1-A8B5-8425-7719-2FDA9F9FD561}"/>
          </ac:spMkLst>
        </pc:spChg>
        <pc:picChg chg="add mod modCrop">
          <ac:chgData name="Jorge Canales" userId="S::jorge.canales@smoothstack.com::87a87ffe-d768-4732-be85-9b52b4273a67" providerId="AD" clId="Web-{1282DE81-4148-9918-C0AC-F7AA0E89C1D2}" dt="2024-05-27T16:19:59.073" v="83" actId="1076"/>
          <ac:picMkLst>
            <pc:docMk/>
            <pc:sldMk cId="2662293983" sldId="304"/>
            <ac:picMk id="16" creationId="{5EC02AB3-B267-7ACA-25F9-A634D266C190}"/>
          </ac:picMkLst>
        </pc:picChg>
      </pc:sldChg>
      <pc:sldChg chg="modSp">
        <pc:chgData name="Jorge Canales" userId="S::jorge.canales@smoothstack.com::87a87ffe-d768-4732-be85-9b52b4273a67" providerId="AD" clId="Web-{1282DE81-4148-9918-C0AC-F7AA0E89C1D2}" dt="2024-05-27T16:36:18.049" v="187" actId="20577"/>
        <pc:sldMkLst>
          <pc:docMk/>
          <pc:sldMk cId="1606379916" sldId="305"/>
        </pc:sldMkLst>
        <pc:spChg chg="mod">
          <ac:chgData name="Jorge Canales" userId="S::jorge.canales@smoothstack.com::87a87ffe-d768-4732-be85-9b52b4273a67" providerId="AD" clId="Web-{1282DE81-4148-9918-C0AC-F7AA0E89C1D2}" dt="2024-05-27T16:36:18.049" v="187" actId="20577"/>
          <ac:spMkLst>
            <pc:docMk/>
            <pc:sldMk cId="1606379916" sldId="305"/>
            <ac:spMk id="19" creationId="{333F8BA2-9582-5C22-D405-2FD5D27429EA}"/>
          </ac:spMkLst>
        </pc:spChg>
      </pc:sldChg>
      <pc:sldChg chg="modSp">
        <pc:chgData name="Jorge Canales" userId="S::jorge.canales@smoothstack.com::87a87ffe-d768-4732-be85-9b52b4273a67" providerId="AD" clId="Web-{1282DE81-4148-9918-C0AC-F7AA0E89C1D2}" dt="2024-05-27T16:20:05.495" v="85" actId="1076"/>
        <pc:sldMkLst>
          <pc:docMk/>
          <pc:sldMk cId="2307731507" sldId="308"/>
        </pc:sldMkLst>
        <pc:picChg chg="mod">
          <ac:chgData name="Jorge Canales" userId="S::jorge.canales@smoothstack.com::87a87ffe-d768-4732-be85-9b52b4273a67" providerId="AD" clId="Web-{1282DE81-4148-9918-C0AC-F7AA0E89C1D2}" dt="2024-05-27T16:20:05.495" v="85" actId="1076"/>
          <ac:picMkLst>
            <pc:docMk/>
            <pc:sldMk cId="2307731507" sldId="308"/>
            <ac:picMk id="16" creationId="{592FA4F8-5BEB-FE26-07EC-F557BBC08801}"/>
          </ac:picMkLst>
        </pc:picChg>
      </pc:sldChg>
      <pc:sldChg chg="addSp delSp modSp">
        <pc:chgData name="Jorge Canales" userId="S::jorge.canales@smoothstack.com::87a87ffe-d768-4732-be85-9b52b4273a67" providerId="AD" clId="Web-{1282DE81-4148-9918-C0AC-F7AA0E89C1D2}" dt="2024-05-27T17:02:57.893" v="317" actId="1076"/>
        <pc:sldMkLst>
          <pc:docMk/>
          <pc:sldMk cId="2216876160" sldId="310"/>
        </pc:sldMkLst>
        <pc:spChg chg="add del mod">
          <ac:chgData name="Jorge Canales" userId="S::jorge.canales@smoothstack.com::87a87ffe-d768-4732-be85-9b52b4273a67" providerId="AD" clId="Web-{1282DE81-4148-9918-C0AC-F7AA0E89C1D2}" dt="2024-05-27T17:02:57.893" v="317" actId="1076"/>
          <ac:spMkLst>
            <pc:docMk/>
            <pc:sldMk cId="2216876160" sldId="310"/>
            <ac:spMk id="4" creationId="{58F8013E-525A-D7F0-C4D1-B70E52B83371}"/>
          </ac:spMkLst>
        </pc:spChg>
        <pc:spChg chg="add del mod">
          <ac:chgData name="Jorge Canales" userId="S::jorge.canales@smoothstack.com::87a87ffe-d768-4732-be85-9b52b4273a67" providerId="AD" clId="Web-{1282DE81-4148-9918-C0AC-F7AA0E89C1D2}" dt="2024-05-27T16:56:45.988" v="266"/>
          <ac:spMkLst>
            <pc:docMk/>
            <pc:sldMk cId="2216876160" sldId="310"/>
            <ac:spMk id="5" creationId="{4910A8F6-5089-FC0F-D35E-FD24B88365BE}"/>
          </ac:spMkLst>
        </pc:spChg>
      </pc:sldChg>
      <pc:sldChg chg="modSp">
        <pc:chgData name="Jorge Canales" userId="S::jorge.canales@smoothstack.com::87a87ffe-d768-4732-be85-9b52b4273a67" providerId="AD" clId="Web-{1282DE81-4148-9918-C0AC-F7AA0E89C1D2}" dt="2024-05-27T16:58:56.165" v="293" actId="20577"/>
        <pc:sldMkLst>
          <pc:docMk/>
          <pc:sldMk cId="1406785715" sldId="311"/>
        </pc:sldMkLst>
        <pc:spChg chg="mod">
          <ac:chgData name="Jorge Canales" userId="S::jorge.canales@smoothstack.com::87a87ffe-d768-4732-be85-9b52b4273a67" providerId="AD" clId="Web-{1282DE81-4148-9918-C0AC-F7AA0E89C1D2}" dt="2024-05-27T16:58:56.165" v="293" actId="20577"/>
          <ac:spMkLst>
            <pc:docMk/>
            <pc:sldMk cId="1406785715" sldId="311"/>
            <ac:spMk id="4" creationId="{58F8013E-525A-D7F0-C4D1-B70E52B83371}"/>
          </ac:spMkLst>
        </pc:spChg>
      </pc:sldChg>
      <pc:sldChg chg="delSp modSp">
        <pc:chgData name="Jorge Canales" userId="S::jorge.canales@smoothstack.com::87a87ffe-d768-4732-be85-9b52b4273a67" providerId="AD" clId="Web-{1282DE81-4148-9918-C0AC-F7AA0E89C1D2}" dt="2024-05-27T17:11:19.964" v="350" actId="1076"/>
        <pc:sldMkLst>
          <pc:docMk/>
          <pc:sldMk cId="1166153078" sldId="312"/>
        </pc:sldMkLst>
        <pc:spChg chg="mod">
          <ac:chgData name="Jorge Canales" userId="S::jorge.canales@smoothstack.com::87a87ffe-d768-4732-be85-9b52b4273a67" providerId="AD" clId="Web-{1282DE81-4148-9918-C0AC-F7AA0E89C1D2}" dt="2024-05-27T17:09:41.596" v="338" actId="20577"/>
          <ac:spMkLst>
            <pc:docMk/>
            <pc:sldMk cId="1166153078" sldId="312"/>
            <ac:spMk id="17" creationId="{23256A91-0195-693D-23DB-3E19C2AB9878}"/>
          </ac:spMkLst>
        </pc:spChg>
        <pc:spChg chg="del">
          <ac:chgData name="Jorge Canales" userId="S::jorge.canales@smoothstack.com::87a87ffe-d768-4732-be85-9b52b4273a67" providerId="AD" clId="Web-{1282DE81-4148-9918-C0AC-F7AA0E89C1D2}" dt="2024-05-27T17:11:06.974" v="349"/>
          <ac:spMkLst>
            <pc:docMk/>
            <pc:sldMk cId="1166153078" sldId="312"/>
            <ac:spMk id="19" creationId="{0E3D61B1-957B-0A53-DA1B-9E890D9F14FB}"/>
          </ac:spMkLst>
        </pc:spChg>
        <pc:spChg chg="mod">
          <ac:chgData name="Jorge Canales" userId="S::jorge.canales@smoothstack.com::87a87ffe-d768-4732-be85-9b52b4273a67" providerId="AD" clId="Web-{1282DE81-4148-9918-C0AC-F7AA0E89C1D2}" dt="2024-05-27T17:11:19.964" v="350" actId="1076"/>
          <ac:spMkLst>
            <pc:docMk/>
            <pc:sldMk cId="1166153078" sldId="312"/>
            <ac:spMk id="26" creationId="{768BC2E1-A8B5-8425-7719-2FDA9F9FD561}"/>
          </ac:spMkLst>
        </pc:spChg>
      </pc:sldChg>
    </pc:docChg>
  </pc:docChgLst>
  <pc:docChgLst>
    <pc:chgData name="Jorge Canales" userId="S::jorge.canales@smoothstack.com::87a87ffe-d768-4732-be85-9b52b4273a67" providerId="AD" clId="Web-{6DDF3738-6584-13B1-3CD4-449733DFB342}"/>
    <pc:docChg chg="modSld">
      <pc:chgData name="Jorge Canales" userId="S::jorge.canales@smoothstack.com::87a87ffe-d768-4732-be85-9b52b4273a67" providerId="AD" clId="Web-{6DDF3738-6584-13B1-3CD4-449733DFB342}" dt="2024-05-24T22:14:43.573" v="3" actId="1076"/>
      <pc:docMkLst>
        <pc:docMk/>
      </pc:docMkLst>
      <pc:sldChg chg="modSp">
        <pc:chgData name="Jorge Canales" userId="S::jorge.canales@smoothstack.com::87a87ffe-d768-4732-be85-9b52b4273a67" providerId="AD" clId="Web-{6DDF3738-6584-13B1-3CD4-449733DFB342}" dt="2024-05-24T22:14:43.573" v="3" actId="1076"/>
        <pc:sldMkLst>
          <pc:docMk/>
          <pc:sldMk cId="2817012864" sldId="294"/>
        </pc:sldMkLst>
        <pc:picChg chg="mod">
          <ac:chgData name="Jorge Canales" userId="S::jorge.canales@smoothstack.com::87a87ffe-d768-4732-be85-9b52b4273a67" providerId="AD" clId="Web-{6DDF3738-6584-13B1-3CD4-449733DFB342}" dt="2024-05-24T22:14:43.573" v="3" actId="1076"/>
          <ac:picMkLst>
            <pc:docMk/>
            <pc:sldMk cId="2817012864" sldId="294"/>
            <ac:picMk id="16" creationId="{F1D4CF87-BCA8-9321-BC48-0B3849B37CA7}"/>
          </ac:picMkLst>
        </pc:picChg>
      </pc:sldChg>
    </pc:docChg>
  </pc:docChgLst>
  <pc:docChgLst>
    <pc:chgData name="Lucas Rosa De Souza" userId="S::lucas.souza@smoothstack.com::afe5cc03-0051-4370-ad7f-981e7c1d407a" providerId="AD" clId="Web-{ADD72581-5EC2-19E1-58B1-63E95F7F41D6}"/>
    <pc:docChg chg="modSld">
      <pc:chgData name="Lucas Rosa De Souza" userId="S::lucas.souza@smoothstack.com::afe5cc03-0051-4370-ad7f-981e7c1d407a" providerId="AD" clId="Web-{ADD72581-5EC2-19E1-58B1-63E95F7F41D6}" dt="2024-05-28T14:29:38.610" v="287" actId="1076"/>
      <pc:docMkLst>
        <pc:docMk/>
      </pc:docMkLst>
      <pc:sldChg chg="modSp">
        <pc:chgData name="Lucas Rosa De Souza" userId="S::lucas.souza@smoothstack.com::afe5cc03-0051-4370-ad7f-981e7c1d407a" providerId="AD" clId="Web-{ADD72581-5EC2-19E1-58B1-63E95F7F41D6}" dt="2024-05-28T14:29:38.610" v="287" actId="1076"/>
        <pc:sldMkLst>
          <pc:docMk/>
          <pc:sldMk cId="1357983747" sldId="316"/>
        </pc:sldMkLst>
        <pc:spChg chg="mod">
          <ac:chgData name="Lucas Rosa De Souza" userId="S::lucas.souza@smoothstack.com::afe5cc03-0051-4370-ad7f-981e7c1d407a" providerId="AD" clId="Web-{ADD72581-5EC2-19E1-58B1-63E95F7F41D6}" dt="2024-05-28T14:29:38.610" v="287" actId="1076"/>
          <ac:spMkLst>
            <pc:docMk/>
            <pc:sldMk cId="1357983747" sldId="316"/>
            <ac:spMk id="17" creationId="{23256A91-0195-693D-23DB-3E19C2AB9878}"/>
          </ac:spMkLst>
        </pc:spChg>
      </pc:sldChg>
    </pc:docChg>
  </pc:docChgLst>
  <pc:docChgLst>
    <pc:chgData name="Joseph Putz" userId="S::joseph.putz@smoothstack.com::4a248c09-e3f6-4291-bd54-1ef81319d961" providerId="AD" clId="Web-{645E6FD3-6E52-1352-D0F1-2BB8008824CE}"/>
    <pc:docChg chg="addSld delSld modSld">
      <pc:chgData name="Joseph Putz" userId="S::joseph.putz@smoothstack.com::4a248c09-e3f6-4291-bd54-1ef81319d961" providerId="AD" clId="Web-{645E6FD3-6E52-1352-D0F1-2BB8008824CE}" dt="2024-05-24T22:27:47.223" v="305" actId="1076"/>
      <pc:docMkLst>
        <pc:docMk/>
      </pc:docMkLst>
      <pc:sldChg chg="modSp">
        <pc:chgData name="Joseph Putz" userId="S::joseph.putz@smoothstack.com::4a248c09-e3f6-4291-bd54-1ef81319d961" providerId="AD" clId="Web-{645E6FD3-6E52-1352-D0F1-2BB8008824CE}" dt="2024-05-24T20:22:12.661" v="304" actId="20577"/>
        <pc:sldMkLst>
          <pc:docMk/>
          <pc:sldMk cId="0" sldId="263"/>
        </pc:sldMkLst>
        <pc:spChg chg="mod">
          <ac:chgData name="Joseph Putz" userId="S::joseph.putz@smoothstack.com::4a248c09-e3f6-4291-bd54-1ef81319d961" providerId="AD" clId="Web-{645E6FD3-6E52-1352-D0F1-2BB8008824CE}" dt="2024-05-24T20:22:12.661" v="304" actId="20577"/>
          <ac:spMkLst>
            <pc:docMk/>
            <pc:sldMk cId="0" sldId="263"/>
            <ac:spMk id="2" creationId="{A344E957-EAC3-950D-0C67-8261891C4C63}"/>
          </ac:spMkLst>
        </pc:spChg>
        <pc:spChg chg="mod">
          <ac:chgData name="Joseph Putz" userId="S::joseph.putz@smoothstack.com::4a248c09-e3f6-4291-bd54-1ef81319d961" providerId="AD" clId="Web-{645E6FD3-6E52-1352-D0F1-2BB8008824CE}" dt="2024-05-24T17:29:36.038" v="7" actId="20577"/>
          <ac:spMkLst>
            <pc:docMk/>
            <pc:sldMk cId="0" sldId="263"/>
            <ac:spMk id="2049" creationId="{00000000-0000-0000-0000-000000000000}"/>
          </ac:spMkLst>
        </pc:spChg>
        <pc:spChg chg="mod">
          <ac:chgData name="Joseph Putz" userId="S::joseph.putz@smoothstack.com::4a248c09-e3f6-4291-bd54-1ef81319d961" providerId="AD" clId="Web-{645E6FD3-6E52-1352-D0F1-2BB8008824CE}" dt="2024-05-24T17:31:05.289" v="36" actId="20577"/>
          <ac:spMkLst>
            <pc:docMk/>
            <pc:sldMk cId="0" sldId="263"/>
            <ac:spMk id="2052" creationId="{00000000-0000-0000-0000-000000000000}"/>
          </ac:spMkLst>
        </pc:spChg>
      </pc:sldChg>
      <pc:sldChg chg="addSp modSp">
        <pc:chgData name="Joseph Putz" userId="S::joseph.putz@smoothstack.com::4a248c09-e3f6-4291-bd54-1ef81319d961" providerId="AD" clId="Web-{645E6FD3-6E52-1352-D0F1-2BB8008824CE}" dt="2024-05-24T22:27:47.223" v="305" actId="1076"/>
        <pc:sldMkLst>
          <pc:docMk/>
          <pc:sldMk cId="2817012864" sldId="294"/>
        </pc:sldMkLst>
        <pc:picChg chg="add mod">
          <ac:chgData name="Joseph Putz" userId="S::joseph.putz@smoothstack.com::4a248c09-e3f6-4291-bd54-1ef81319d961" providerId="AD" clId="Web-{645E6FD3-6E52-1352-D0F1-2BB8008824CE}" dt="2024-05-24T22:27:47.223" v="305" actId="1076"/>
          <ac:picMkLst>
            <pc:docMk/>
            <pc:sldMk cId="2817012864" sldId="294"/>
            <ac:picMk id="16" creationId="{F1D4CF87-BCA8-9321-BC48-0B3849B37CA7}"/>
          </ac:picMkLst>
        </pc:picChg>
      </pc:sldChg>
      <pc:sldChg chg="addSp delSp modSp">
        <pc:chgData name="Joseph Putz" userId="S::joseph.putz@smoothstack.com::4a248c09-e3f6-4291-bd54-1ef81319d961" providerId="AD" clId="Web-{645E6FD3-6E52-1352-D0F1-2BB8008824CE}" dt="2024-05-24T20:08:08.210" v="292" actId="1076"/>
        <pc:sldMkLst>
          <pc:docMk/>
          <pc:sldMk cId="655573721" sldId="300"/>
        </pc:sldMkLst>
        <pc:spChg chg="mod">
          <ac:chgData name="Joseph Putz" userId="S::joseph.putz@smoothstack.com::4a248c09-e3f6-4291-bd54-1ef81319d961" providerId="AD" clId="Web-{645E6FD3-6E52-1352-D0F1-2BB8008824CE}" dt="2024-05-24T18:38:26.552" v="127" actId="20577"/>
          <ac:spMkLst>
            <pc:docMk/>
            <pc:sldMk cId="655573721" sldId="300"/>
            <ac:spMk id="3" creationId="{AAB4572D-C75B-3419-252A-809B0C281CED}"/>
          </ac:spMkLst>
        </pc:spChg>
        <pc:picChg chg="add mod">
          <ac:chgData name="Joseph Putz" userId="S::joseph.putz@smoothstack.com::4a248c09-e3f6-4291-bd54-1ef81319d961" providerId="AD" clId="Web-{645E6FD3-6E52-1352-D0F1-2BB8008824CE}" dt="2024-05-24T19:22:21.480" v="229" actId="1076"/>
          <ac:picMkLst>
            <pc:docMk/>
            <pc:sldMk cId="655573721" sldId="300"/>
            <ac:picMk id="5" creationId="{2DF39795-E5E7-79BD-BE67-547EF7DA25A6}"/>
          </ac:picMkLst>
        </pc:picChg>
        <pc:picChg chg="add mod">
          <ac:chgData name="Joseph Putz" userId="S::joseph.putz@smoothstack.com::4a248c09-e3f6-4291-bd54-1ef81319d961" providerId="AD" clId="Web-{645E6FD3-6E52-1352-D0F1-2BB8008824CE}" dt="2024-05-24T19:57:24.507" v="286" actId="1076"/>
          <ac:picMkLst>
            <pc:docMk/>
            <pc:sldMk cId="655573721" sldId="300"/>
            <ac:picMk id="21" creationId="{72454071-32C5-FD40-D456-4E7245268B25}"/>
          </ac:picMkLst>
        </pc:picChg>
        <pc:picChg chg="add del mod">
          <ac:chgData name="Joseph Putz" userId="S::joseph.putz@smoothstack.com::4a248c09-e3f6-4291-bd54-1ef81319d961" providerId="AD" clId="Web-{645E6FD3-6E52-1352-D0F1-2BB8008824CE}" dt="2024-05-24T19:18:49.616" v="220"/>
          <ac:picMkLst>
            <pc:docMk/>
            <pc:sldMk cId="655573721" sldId="300"/>
            <ac:picMk id="21" creationId="{ABE1A9BD-FEB6-08C6-91ED-E574F767C4DF}"/>
          </ac:picMkLst>
        </pc:picChg>
        <pc:picChg chg="add mod">
          <ac:chgData name="Joseph Putz" userId="S::joseph.putz@smoothstack.com::4a248c09-e3f6-4291-bd54-1ef81319d961" providerId="AD" clId="Web-{645E6FD3-6E52-1352-D0F1-2BB8008824CE}" dt="2024-05-24T19:21:25.604" v="223" actId="1076"/>
          <ac:picMkLst>
            <pc:docMk/>
            <pc:sldMk cId="655573721" sldId="300"/>
            <ac:picMk id="22" creationId="{0F01B5F0-2EC9-0B12-9080-9C3738F2DF32}"/>
          </ac:picMkLst>
        </pc:picChg>
        <pc:picChg chg="add mod">
          <ac:chgData name="Joseph Putz" userId="S::joseph.putz@smoothstack.com::4a248c09-e3f6-4291-bd54-1ef81319d961" providerId="AD" clId="Web-{645E6FD3-6E52-1352-D0F1-2BB8008824CE}" dt="2024-05-24T19:22:17.746" v="228" actId="1076"/>
          <ac:picMkLst>
            <pc:docMk/>
            <pc:sldMk cId="655573721" sldId="300"/>
            <ac:picMk id="23" creationId="{191EE820-4E21-06A1-12B7-2179BBEE0E62}"/>
          </ac:picMkLst>
        </pc:picChg>
        <pc:picChg chg="add del mod">
          <ac:chgData name="Joseph Putz" userId="S::joseph.putz@smoothstack.com::4a248c09-e3f6-4291-bd54-1ef81319d961" providerId="AD" clId="Web-{645E6FD3-6E52-1352-D0F1-2BB8008824CE}" dt="2024-05-24T20:07:41.286" v="289"/>
          <ac:picMkLst>
            <pc:docMk/>
            <pc:sldMk cId="655573721" sldId="300"/>
            <ac:picMk id="24" creationId="{25C678E8-31FC-19CD-00A2-7890E4F56D18}"/>
          </ac:picMkLst>
        </pc:picChg>
        <pc:picChg chg="add del mod">
          <ac:chgData name="Joseph Putz" userId="S::joseph.putz@smoothstack.com::4a248c09-e3f6-4291-bd54-1ef81319d961" providerId="AD" clId="Web-{645E6FD3-6E52-1352-D0F1-2BB8008824CE}" dt="2024-05-24T19:28:19.958" v="273"/>
          <ac:picMkLst>
            <pc:docMk/>
            <pc:sldMk cId="655573721" sldId="300"/>
            <ac:picMk id="24" creationId="{FBDDC73C-01FB-7594-C4DF-B9A5047B4D24}"/>
          </ac:picMkLst>
        </pc:picChg>
        <pc:picChg chg="add del mod">
          <ac:chgData name="Joseph Putz" userId="S::joseph.putz@smoothstack.com::4a248c09-e3f6-4291-bd54-1ef81319d961" providerId="AD" clId="Web-{645E6FD3-6E52-1352-D0F1-2BB8008824CE}" dt="2024-05-24T19:24:01.030" v="240"/>
          <ac:picMkLst>
            <pc:docMk/>
            <pc:sldMk cId="655573721" sldId="300"/>
            <ac:picMk id="25" creationId="{2369FCE9-9725-8F4A-1E1A-4CAA045884E4}"/>
          </ac:picMkLst>
        </pc:picChg>
        <pc:picChg chg="add mod">
          <ac:chgData name="Joseph Putz" userId="S::joseph.putz@smoothstack.com::4a248c09-e3f6-4291-bd54-1ef81319d961" providerId="AD" clId="Web-{645E6FD3-6E52-1352-D0F1-2BB8008824CE}" dt="2024-05-24T20:08:08.210" v="292" actId="1076"/>
          <ac:picMkLst>
            <pc:docMk/>
            <pc:sldMk cId="655573721" sldId="300"/>
            <ac:picMk id="25" creationId="{8C38069D-CF5B-34C2-6CE9-77E95D6CD9A3}"/>
          </ac:picMkLst>
        </pc:picChg>
        <pc:picChg chg="add mod">
          <ac:chgData name="Joseph Putz" userId="S::joseph.putz@smoothstack.com::4a248c09-e3f6-4291-bd54-1ef81319d961" providerId="AD" clId="Web-{645E6FD3-6E52-1352-D0F1-2BB8008824CE}" dt="2024-05-24T19:28:55.131" v="283" actId="1076"/>
          <ac:picMkLst>
            <pc:docMk/>
            <pc:sldMk cId="655573721" sldId="300"/>
            <ac:picMk id="26" creationId="{F3E9B257-662F-8B21-B8A0-644A5CE5DF57}"/>
          </ac:picMkLst>
        </pc:picChg>
        <pc:picChg chg="add mod">
          <ac:chgData name="Joseph Putz" userId="S::joseph.putz@smoothstack.com::4a248c09-e3f6-4291-bd54-1ef81319d961" providerId="AD" clId="Web-{645E6FD3-6E52-1352-D0F1-2BB8008824CE}" dt="2024-05-24T19:28:37.646" v="279" actId="1076"/>
          <ac:picMkLst>
            <pc:docMk/>
            <pc:sldMk cId="655573721" sldId="300"/>
            <ac:picMk id="27" creationId="{10CFC35F-9494-28CF-F3C3-ED95B1A543C5}"/>
          </ac:picMkLst>
        </pc:picChg>
        <pc:picChg chg="add mod">
          <ac:chgData name="Joseph Putz" userId="S::joseph.putz@smoothstack.com::4a248c09-e3f6-4291-bd54-1ef81319d961" providerId="AD" clId="Web-{645E6FD3-6E52-1352-D0F1-2BB8008824CE}" dt="2024-05-24T19:28:36.677" v="278" actId="1076"/>
          <ac:picMkLst>
            <pc:docMk/>
            <pc:sldMk cId="655573721" sldId="300"/>
            <ac:picMk id="28" creationId="{DA9D9D71-B8D2-BA22-F220-CF70CBD861B1}"/>
          </ac:picMkLst>
        </pc:picChg>
        <pc:picChg chg="add mod">
          <ac:chgData name="Joseph Putz" userId="S::joseph.putz@smoothstack.com::4a248c09-e3f6-4291-bd54-1ef81319d961" providerId="AD" clId="Web-{645E6FD3-6E52-1352-D0F1-2BB8008824CE}" dt="2024-05-24T19:28:44.521" v="282" actId="1076"/>
          <ac:picMkLst>
            <pc:docMk/>
            <pc:sldMk cId="655573721" sldId="300"/>
            <ac:picMk id="29" creationId="{AB65D901-4470-5237-0333-5734014801AE}"/>
          </ac:picMkLst>
        </pc:picChg>
        <pc:picChg chg="add mod">
          <ac:chgData name="Joseph Putz" userId="S::joseph.putz@smoothstack.com::4a248c09-e3f6-4291-bd54-1ef81319d961" providerId="AD" clId="Web-{645E6FD3-6E52-1352-D0F1-2BB8008824CE}" dt="2024-05-24T19:28:42.849" v="281" actId="1076"/>
          <ac:picMkLst>
            <pc:docMk/>
            <pc:sldMk cId="655573721" sldId="300"/>
            <ac:picMk id="30" creationId="{CFC5D9D4-0F92-7A47-4311-641E5BB1EDEF}"/>
          </ac:picMkLst>
        </pc:picChg>
      </pc:sldChg>
      <pc:sldChg chg="modSp">
        <pc:chgData name="Joseph Putz" userId="S::joseph.putz@smoothstack.com::4a248c09-e3f6-4291-bd54-1ef81319d961" providerId="AD" clId="Web-{645E6FD3-6E52-1352-D0F1-2BB8008824CE}" dt="2024-05-24T17:31:39.367" v="41" actId="20577"/>
        <pc:sldMkLst>
          <pc:docMk/>
          <pc:sldMk cId="228873845" sldId="302"/>
        </pc:sldMkLst>
        <pc:spChg chg="mod">
          <ac:chgData name="Joseph Putz" userId="S::joseph.putz@smoothstack.com::4a248c09-e3f6-4291-bd54-1ef81319d961" providerId="AD" clId="Web-{645E6FD3-6E52-1352-D0F1-2BB8008824CE}" dt="2024-05-24T17:31:39.367" v="41" actId="20577"/>
          <ac:spMkLst>
            <pc:docMk/>
            <pc:sldMk cId="228873845" sldId="302"/>
            <ac:spMk id="2" creationId="{D1B12E48-BCB5-355D-926C-DAC413E45725}"/>
          </ac:spMkLst>
        </pc:spChg>
      </pc:sldChg>
      <pc:sldChg chg="modSp">
        <pc:chgData name="Joseph Putz" userId="S::joseph.putz@smoothstack.com::4a248c09-e3f6-4291-bd54-1ef81319d961" providerId="AD" clId="Web-{645E6FD3-6E52-1352-D0F1-2BB8008824CE}" dt="2024-05-24T17:32:36.117" v="60" actId="20577"/>
        <pc:sldMkLst>
          <pc:docMk/>
          <pc:sldMk cId="4231161641" sldId="306"/>
        </pc:sldMkLst>
        <pc:spChg chg="mod">
          <ac:chgData name="Joseph Putz" userId="S::joseph.putz@smoothstack.com::4a248c09-e3f6-4291-bd54-1ef81319d961" providerId="AD" clId="Web-{645E6FD3-6E52-1352-D0F1-2BB8008824CE}" dt="2024-05-24T17:32:36.117" v="60" actId="20577"/>
          <ac:spMkLst>
            <pc:docMk/>
            <pc:sldMk cId="4231161641" sldId="306"/>
            <ac:spMk id="2" creationId="{D1B12E48-BCB5-355D-926C-DAC413E45725}"/>
          </ac:spMkLst>
        </pc:spChg>
      </pc:sldChg>
      <pc:sldChg chg="del">
        <pc:chgData name="Joseph Putz" userId="S::joseph.putz@smoothstack.com::4a248c09-e3f6-4291-bd54-1ef81319d961" providerId="AD" clId="Web-{645E6FD3-6E52-1352-D0F1-2BB8008824CE}" dt="2024-05-24T18:26:18.378" v="85"/>
        <pc:sldMkLst>
          <pc:docMk/>
          <pc:sldMk cId="1392624820" sldId="309"/>
        </pc:sldMkLst>
      </pc:sldChg>
      <pc:sldChg chg="modSp">
        <pc:chgData name="Joseph Putz" userId="S::joseph.putz@smoothstack.com::4a248c09-e3f6-4291-bd54-1ef81319d961" providerId="AD" clId="Web-{645E6FD3-6E52-1352-D0F1-2BB8008824CE}" dt="2024-05-24T17:31:47.117" v="44" actId="20577"/>
        <pc:sldMkLst>
          <pc:docMk/>
          <pc:sldMk cId="2216876160" sldId="310"/>
        </pc:sldMkLst>
        <pc:spChg chg="mod">
          <ac:chgData name="Joseph Putz" userId="S::joseph.putz@smoothstack.com::4a248c09-e3f6-4291-bd54-1ef81319d961" providerId="AD" clId="Web-{645E6FD3-6E52-1352-D0F1-2BB8008824CE}" dt="2024-05-24T17:31:47.117" v="44" actId="20577"/>
          <ac:spMkLst>
            <pc:docMk/>
            <pc:sldMk cId="2216876160" sldId="310"/>
            <ac:spMk id="2" creationId="{D1B12E48-BCB5-355D-926C-DAC413E45725}"/>
          </ac:spMkLst>
        </pc:spChg>
      </pc:sldChg>
      <pc:sldChg chg="modSp">
        <pc:chgData name="Joseph Putz" userId="S::joseph.putz@smoothstack.com::4a248c09-e3f6-4291-bd54-1ef81319d961" providerId="AD" clId="Web-{645E6FD3-6E52-1352-D0F1-2BB8008824CE}" dt="2024-05-24T17:31:54.851" v="49" actId="20577"/>
        <pc:sldMkLst>
          <pc:docMk/>
          <pc:sldMk cId="1406785715" sldId="311"/>
        </pc:sldMkLst>
        <pc:spChg chg="mod">
          <ac:chgData name="Joseph Putz" userId="S::joseph.putz@smoothstack.com::4a248c09-e3f6-4291-bd54-1ef81319d961" providerId="AD" clId="Web-{645E6FD3-6E52-1352-D0F1-2BB8008824CE}" dt="2024-05-24T17:31:54.851" v="49" actId="20577"/>
          <ac:spMkLst>
            <pc:docMk/>
            <pc:sldMk cId="1406785715" sldId="311"/>
            <ac:spMk id="2" creationId="{D1B12E48-BCB5-355D-926C-DAC413E45725}"/>
          </ac:spMkLst>
        </pc:spChg>
      </pc:sldChg>
      <pc:sldChg chg="add replId">
        <pc:chgData name="Joseph Putz" userId="S::joseph.putz@smoothstack.com::4a248c09-e3f6-4291-bd54-1ef81319d961" providerId="AD" clId="Web-{645E6FD3-6E52-1352-D0F1-2BB8008824CE}" dt="2024-05-24T17:32:18.648" v="50"/>
        <pc:sldMkLst>
          <pc:docMk/>
          <pc:sldMk cId="1798266523" sldId="315"/>
        </pc:sldMkLst>
      </pc:sldChg>
      <pc:sldChg chg="add replId">
        <pc:chgData name="Joseph Putz" userId="S::joseph.putz@smoothstack.com::4a248c09-e3f6-4291-bd54-1ef81319d961" providerId="AD" clId="Web-{645E6FD3-6E52-1352-D0F1-2BB8008824CE}" dt="2024-05-24T17:32:18.695" v="51"/>
        <pc:sldMkLst>
          <pc:docMk/>
          <pc:sldMk cId="1357983747" sldId="316"/>
        </pc:sldMkLst>
      </pc:sldChg>
      <pc:sldChg chg="modSp add replId">
        <pc:chgData name="Joseph Putz" userId="S::joseph.putz@smoothstack.com::4a248c09-e3f6-4291-bd54-1ef81319d961" providerId="AD" clId="Web-{645E6FD3-6E52-1352-D0F1-2BB8008824CE}" dt="2024-05-24T17:33:00.852" v="64" actId="20577"/>
        <pc:sldMkLst>
          <pc:docMk/>
          <pc:sldMk cId="1432912687" sldId="317"/>
        </pc:sldMkLst>
        <pc:spChg chg="mod">
          <ac:chgData name="Joseph Putz" userId="S::joseph.putz@smoothstack.com::4a248c09-e3f6-4291-bd54-1ef81319d961" providerId="AD" clId="Web-{645E6FD3-6E52-1352-D0F1-2BB8008824CE}" dt="2024-05-24T17:33:00.852" v="64" actId="20577"/>
          <ac:spMkLst>
            <pc:docMk/>
            <pc:sldMk cId="1432912687" sldId="317"/>
            <ac:spMk id="2" creationId="{D1B12E48-BCB5-355D-926C-DAC413E45725}"/>
          </ac:spMkLst>
        </pc:spChg>
      </pc:sldChg>
      <pc:sldChg chg="modSp add replId">
        <pc:chgData name="Joseph Putz" userId="S::joseph.putz@smoothstack.com::4a248c09-e3f6-4291-bd54-1ef81319d961" providerId="AD" clId="Web-{645E6FD3-6E52-1352-D0F1-2BB8008824CE}" dt="2024-05-24T17:32:56.195" v="62" actId="20577"/>
        <pc:sldMkLst>
          <pc:docMk/>
          <pc:sldMk cId="2881344266" sldId="318"/>
        </pc:sldMkLst>
        <pc:spChg chg="mod">
          <ac:chgData name="Joseph Putz" userId="S::joseph.putz@smoothstack.com::4a248c09-e3f6-4291-bd54-1ef81319d961" providerId="AD" clId="Web-{645E6FD3-6E52-1352-D0F1-2BB8008824CE}" dt="2024-05-24T17:32:56.195" v="62" actId="20577"/>
          <ac:spMkLst>
            <pc:docMk/>
            <pc:sldMk cId="2881344266" sldId="318"/>
            <ac:spMk id="2" creationId="{D1B12E48-BCB5-355D-926C-DAC413E45725}"/>
          </ac:spMkLst>
        </pc:spChg>
      </pc:sldChg>
      <pc:sldChg chg="add replId">
        <pc:chgData name="Joseph Putz" userId="S::joseph.putz@smoothstack.com::4a248c09-e3f6-4291-bd54-1ef81319d961" providerId="AD" clId="Web-{645E6FD3-6E52-1352-D0F1-2BB8008824CE}" dt="2024-05-24T17:32:21.711" v="54"/>
        <pc:sldMkLst>
          <pc:docMk/>
          <pc:sldMk cId="3904917220" sldId="319"/>
        </pc:sldMkLst>
      </pc:sldChg>
      <pc:sldChg chg="add replId">
        <pc:chgData name="Joseph Putz" userId="S::joseph.putz@smoothstack.com::4a248c09-e3f6-4291-bd54-1ef81319d961" providerId="AD" clId="Web-{645E6FD3-6E52-1352-D0F1-2BB8008824CE}" dt="2024-05-24T17:32:21.773" v="55"/>
        <pc:sldMkLst>
          <pc:docMk/>
          <pc:sldMk cId="2045569583" sldId="320"/>
        </pc:sldMkLst>
      </pc:sldChg>
      <pc:sldChg chg="modSp add replId">
        <pc:chgData name="Joseph Putz" userId="S::joseph.putz@smoothstack.com::4a248c09-e3f6-4291-bd54-1ef81319d961" providerId="AD" clId="Web-{645E6FD3-6E52-1352-D0F1-2BB8008824CE}" dt="2024-05-24T17:33:38.664" v="72" actId="20577"/>
        <pc:sldMkLst>
          <pc:docMk/>
          <pc:sldMk cId="415396869" sldId="321"/>
        </pc:sldMkLst>
        <pc:spChg chg="mod">
          <ac:chgData name="Joseph Putz" userId="S::joseph.putz@smoothstack.com::4a248c09-e3f6-4291-bd54-1ef81319d961" providerId="AD" clId="Web-{645E6FD3-6E52-1352-D0F1-2BB8008824CE}" dt="2024-05-24T17:33:38.664" v="72" actId="20577"/>
          <ac:spMkLst>
            <pc:docMk/>
            <pc:sldMk cId="415396869" sldId="321"/>
            <ac:spMk id="2" creationId="{D1B12E48-BCB5-355D-926C-DAC413E45725}"/>
          </ac:spMkLst>
        </pc:spChg>
      </pc:sldChg>
      <pc:sldChg chg="modSp add replId">
        <pc:chgData name="Joseph Putz" userId="S::joseph.putz@smoothstack.com::4a248c09-e3f6-4291-bd54-1ef81319d961" providerId="AD" clId="Web-{645E6FD3-6E52-1352-D0F1-2BB8008824CE}" dt="2024-05-24T17:33:31.289" v="68" actId="20577"/>
        <pc:sldMkLst>
          <pc:docMk/>
          <pc:sldMk cId="1951292125" sldId="322"/>
        </pc:sldMkLst>
        <pc:spChg chg="mod">
          <ac:chgData name="Joseph Putz" userId="S::joseph.putz@smoothstack.com::4a248c09-e3f6-4291-bd54-1ef81319d961" providerId="AD" clId="Web-{645E6FD3-6E52-1352-D0F1-2BB8008824CE}" dt="2024-05-24T17:33:31.289" v="68" actId="20577"/>
          <ac:spMkLst>
            <pc:docMk/>
            <pc:sldMk cId="1951292125" sldId="322"/>
            <ac:spMk id="2" creationId="{D1B12E48-BCB5-355D-926C-DAC413E45725}"/>
          </ac:spMkLst>
        </pc:spChg>
      </pc:sldChg>
    </pc:docChg>
  </pc:docChgLst>
  <pc:docChgLst>
    <pc:chgData name="Mehedi Meem" userId="S::mehedi.meem@smoothstack.com::d7c30155-31ca-4830-b05e-9d083b03bd2e" providerId="AD" clId="Web-{F2F2E409-7D82-D3B3-FB7F-AA91E9AC9560}"/>
    <pc:docChg chg="modSld">
      <pc:chgData name="Mehedi Meem" userId="S::mehedi.meem@smoothstack.com::d7c30155-31ca-4830-b05e-9d083b03bd2e" providerId="AD" clId="Web-{F2F2E409-7D82-D3B3-FB7F-AA91E9AC9560}" dt="2024-05-27T18:57:48.922" v="1653" actId="20577"/>
      <pc:docMkLst>
        <pc:docMk/>
      </pc:docMkLst>
      <pc:sldChg chg="delSp modSp">
        <pc:chgData name="Mehedi Meem" userId="S::mehedi.meem@smoothstack.com::d7c30155-31ca-4830-b05e-9d083b03bd2e" providerId="AD" clId="Web-{F2F2E409-7D82-D3B3-FB7F-AA91E9AC9560}" dt="2024-05-27T18:57:48.922" v="1653" actId="20577"/>
        <pc:sldMkLst>
          <pc:docMk/>
          <pc:sldMk cId="2045569583" sldId="320"/>
        </pc:sldMkLst>
        <pc:spChg chg="mod">
          <ac:chgData name="Mehedi Meem" userId="S::mehedi.meem@smoothstack.com::d7c30155-31ca-4830-b05e-9d083b03bd2e" providerId="AD" clId="Web-{F2F2E409-7D82-D3B3-FB7F-AA91E9AC9560}" dt="2024-05-27T18:57:48.922" v="1653" actId="20577"/>
          <ac:spMkLst>
            <pc:docMk/>
            <pc:sldMk cId="2045569583" sldId="320"/>
            <ac:spMk id="17" creationId="{23256A91-0195-693D-23DB-3E19C2AB9878}"/>
          </ac:spMkLst>
        </pc:spChg>
        <pc:spChg chg="del mod">
          <ac:chgData name="Mehedi Meem" userId="S::mehedi.meem@smoothstack.com::d7c30155-31ca-4830-b05e-9d083b03bd2e" providerId="AD" clId="Web-{F2F2E409-7D82-D3B3-FB7F-AA91E9AC9560}" dt="2024-05-27T18:42:18.375" v="1475"/>
          <ac:spMkLst>
            <pc:docMk/>
            <pc:sldMk cId="2045569583" sldId="320"/>
            <ac:spMk id="19" creationId="{0E3D61B1-957B-0A53-DA1B-9E890D9F14FB}"/>
          </ac:spMkLst>
        </pc:spChg>
      </pc:sldChg>
      <pc:sldChg chg="modSp">
        <pc:chgData name="Mehedi Meem" userId="S::mehedi.meem@smoothstack.com::d7c30155-31ca-4830-b05e-9d083b03bd2e" providerId="AD" clId="Web-{F2F2E409-7D82-D3B3-FB7F-AA91E9AC9560}" dt="2024-05-27T17:38:25.148" v="494" actId="20577"/>
        <pc:sldMkLst>
          <pc:docMk/>
          <pc:sldMk cId="415396869" sldId="321"/>
        </pc:sldMkLst>
        <pc:spChg chg="mod">
          <ac:chgData name="Mehedi Meem" userId="S::mehedi.meem@smoothstack.com::d7c30155-31ca-4830-b05e-9d083b03bd2e" providerId="AD" clId="Web-{F2F2E409-7D82-D3B3-FB7F-AA91E9AC9560}" dt="2024-05-27T17:38:25.148" v="494" actId="20577"/>
          <ac:spMkLst>
            <pc:docMk/>
            <pc:sldMk cId="415396869" sldId="321"/>
            <ac:spMk id="4" creationId="{58F8013E-525A-D7F0-C4D1-B70E52B83371}"/>
          </ac:spMkLst>
        </pc:spChg>
      </pc:sldChg>
    </pc:docChg>
  </pc:docChgLst>
  <pc:docChgLst>
    <pc:chgData name="Jorge Canales" userId="S::jorge.canales@smoothstack.com::87a87ffe-d768-4732-be85-9b52b4273a67" providerId="AD" clId="Web-{7FF0BDC6-FB86-78CE-84B1-BD9DC3DABDA8}"/>
    <pc:docChg chg="modSld">
      <pc:chgData name="Jorge Canales" userId="S::jorge.canales@smoothstack.com::87a87ffe-d768-4732-be85-9b52b4273a67" providerId="AD" clId="Web-{7FF0BDC6-FB86-78CE-84B1-BD9DC3DABDA8}" dt="2024-05-24T21:17:25.935" v="9" actId="1076"/>
      <pc:docMkLst>
        <pc:docMk/>
      </pc:docMkLst>
      <pc:sldChg chg="addSp modSp">
        <pc:chgData name="Jorge Canales" userId="S::jorge.canales@smoothstack.com::87a87ffe-d768-4732-be85-9b52b4273a67" providerId="AD" clId="Web-{7FF0BDC6-FB86-78CE-84B1-BD9DC3DABDA8}" dt="2024-05-24T21:17:25.935" v="9" actId="1076"/>
        <pc:sldMkLst>
          <pc:docMk/>
          <pc:sldMk cId="2307731507" sldId="308"/>
        </pc:sldMkLst>
        <pc:spChg chg="mod">
          <ac:chgData name="Jorge Canales" userId="S::jorge.canales@smoothstack.com::87a87ffe-d768-4732-be85-9b52b4273a67" providerId="AD" clId="Web-{7FF0BDC6-FB86-78CE-84B1-BD9DC3DABDA8}" dt="2024-05-24T21:17:13.294" v="5" actId="1076"/>
          <ac:spMkLst>
            <pc:docMk/>
            <pc:sldMk cId="2307731507" sldId="308"/>
            <ac:spMk id="26" creationId="{768BC2E1-A8B5-8425-7719-2FDA9F9FD561}"/>
          </ac:spMkLst>
        </pc:spChg>
        <pc:picChg chg="add mod">
          <ac:chgData name="Jorge Canales" userId="S::jorge.canales@smoothstack.com::87a87ffe-d768-4732-be85-9b52b4273a67" providerId="AD" clId="Web-{7FF0BDC6-FB86-78CE-84B1-BD9DC3DABDA8}" dt="2024-05-24T21:17:25.935" v="9" actId="1076"/>
          <ac:picMkLst>
            <pc:docMk/>
            <pc:sldMk cId="2307731507" sldId="308"/>
            <ac:picMk id="16" creationId="{592FA4F8-5BEB-FE26-07EC-F557BBC08801}"/>
          </ac:picMkLst>
        </pc:picChg>
      </pc:sldChg>
    </pc:docChg>
  </pc:docChgLst>
  <pc:docChgLst>
    <pc:chgData name="Lucas Rosa De Souza" userId="S::lucas.souza@smoothstack.com::afe5cc03-0051-4370-ad7f-981e7c1d407a" providerId="AD" clId="Web-{7A95E0DD-3433-9C6F-F9FC-69DB930709A5}"/>
    <pc:docChg chg="modSld">
      <pc:chgData name="Lucas Rosa De Souza" userId="S::lucas.souza@smoothstack.com::afe5cc03-0051-4370-ad7f-981e7c1d407a" providerId="AD" clId="Web-{7A95E0DD-3433-9C6F-F9FC-69DB930709A5}" dt="2024-05-27T16:26:21.260" v="123" actId="20577"/>
      <pc:docMkLst>
        <pc:docMk/>
      </pc:docMkLst>
      <pc:sldChg chg="modSp">
        <pc:chgData name="Lucas Rosa De Souza" userId="S::lucas.souza@smoothstack.com::afe5cc03-0051-4370-ad7f-981e7c1d407a" providerId="AD" clId="Web-{7A95E0DD-3433-9C6F-F9FC-69DB930709A5}" dt="2024-05-27T16:26:21.260" v="123" actId="20577"/>
        <pc:sldMkLst>
          <pc:docMk/>
          <pc:sldMk cId="0" sldId="263"/>
        </pc:sldMkLst>
        <pc:spChg chg="mod">
          <ac:chgData name="Lucas Rosa De Souza" userId="S::lucas.souza@smoothstack.com::afe5cc03-0051-4370-ad7f-981e7c1d407a" providerId="AD" clId="Web-{7A95E0DD-3433-9C6F-F9FC-69DB930709A5}" dt="2024-05-27T16:26:21.260" v="123" actId="20577"/>
          <ac:spMkLst>
            <pc:docMk/>
            <pc:sldMk cId="0" sldId="263"/>
            <ac:spMk id="2" creationId="{A344E957-EAC3-950D-0C67-8261891C4C63}"/>
          </ac:spMkLst>
        </pc:spChg>
      </pc:sldChg>
      <pc:sldChg chg="delSp modSp">
        <pc:chgData name="Lucas Rosa De Souza" userId="S::lucas.souza@smoothstack.com::afe5cc03-0051-4370-ad7f-981e7c1d407a" providerId="AD" clId="Web-{7A95E0DD-3433-9C6F-F9FC-69DB930709A5}" dt="2024-05-27T16:19:53.555" v="3"/>
        <pc:sldMkLst>
          <pc:docMk/>
          <pc:sldMk cId="2817012864" sldId="294"/>
        </pc:sldMkLst>
        <pc:spChg chg="del mod">
          <ac:chgData name="Lucas Rosa De Souza" userId="S::lucas.souza@smoothstack.com::afe5cc03-0051-4370-ad7f-981e7c1d407a" providerId="AD" clId="Web-{7A95E0DD-3433-9C6F-F9FC-69DB930709A5}" dt="2024-05-27T16:19:53.555" v="3"/>
          <ac:spMkLst>
            <pc:docMk/>
            <pc:sldMk cId="2817012864" sldId="294"/>
            <ac:spMk id="17" creationId="{AD824127-83EA-B36E-F315-AD126FD895CD}"/>
          </ac:spMkLst>
        </pc:spChg>
      </pc:sldChg>
      <pc:sldChg chg="delSp modSp modNotes">
        <pc:chgData name="Lucas Rosa De Souza" userId="S::lucas.souza@smoothstack.com::afe5cc03-0051-4370-ad7f-981e7c1d407a" providerId="AD" clId="Web-{7A95E0DD-3433-9C6F-F9FC-69DB930709A5}" dt="2024-05-27T16:24:41.462" v="81"/>
        <pc:sldMkLst>
          <pc:docMk/>
          <pc:sldMk cId="655573721" sldId="300"/>
        </pc:sldMkLst>
        <pc:spChg chg="del mod">
          <ac:chgData name="Lucas Rosa De Souza" userId="S::lucas.souza@smoothstack.com::afe5cc03-0051-4370-ad7f-981e7c1d407a" providerId="AD" clId="Web-{7A95E0DD-3433-9C6F-F9FC-69DB930709A5}" dt="2024-05-27T16:20:28.586" v="7"/>
          <ac:spMkLst>
            <pc:docMk/>
            <pc:sldMk cId="655573721" sldId="300"/>
            <ac:spMk id="6" creationId="{64F30683-0A7B-3343-24CA-7C4302F92882}"/>
          </ac:spMkLst>
        </pc:spChg>
        <pc:picChg chg="mod">
          <ac:chgData name="Lucas Rosa De Souza" userId="S::lucas.souza@smoothstack.com::afe5cc03-0051-4370-ad7f-981e7c1d407a" providerId="AD" clId="Web-{7A95E0DD-3433-9C6F-F9FC-69DB930709A5}" dt="2024-05-27T16:20:12.102" v="4" actId="1076"/>
          <ac:picMkLst>
            <pc:docMk/>
            <pc:sldMk cId="655573721" sldId="300"/>
            <ac:picMk id="31" creationId="{3C768857-EAA3-7ACB-8099-A3DFD2E0059F}"/>
          </ac:picMkLst>
        </pc:picChg>
      </pc:sldChg>
    </pc:docChg>
  </pc:docChgLst>
  <pc:docChgLst>
    <pc:chgData name="Mehedi Meem" userId="S::mehedi.meem@smoothstack.com::d7c30155-31ca-4830-b05e-9d083b03bd2e" providerId="AD" clId="Web-{AB37BF44-4756-A6B7-F824-51DD753FAA67}"/>
    <pc:docChg chg="modSld">
      <pc:chgData name="Mehedi Meem" userId="S::mehedi.meem@smoothstack.com::d7c30155-31ca-4830-b05e-9d083b03bd2e" providerId="AD" clId="Web-{AB37BF44-4756-A6B7-F824-51DD753FAA67}" dt="2024-05-28T16:04:14.156" v="576" actId="20577"/>
      <pc:docMkLst>
        <pc:docMk/>
      </pc:docMkLst>
      <pc:sldChg chg="modNotes">
        <pc:chgData name="Mehedi Meem" userId="S::mehedi.meem@smoothstack.com::d7c30155-31ca-4830-b05e-9d083b03bd2e" providerId="AD" clId="Web-{AB37BF44-4756-A6B7-F824-51DD753FAA67}" dt="2024-05-28T14:10:38.710" v="9"/>
        <pc:sldMkLst>
          <pc:docMk/>
          <pc:sldMk cId="655573721" sldId="300"/>
        </pc:sldMkLst>
      </pc:sldChg>
      <pc:sldChg chg="modSp">
        <pc:chgData name="Mehedi Meem" userId="S::mehedi.meem@smoothstack.com::d7c30155-31ca-4830-b05e-9d083b03bd2e" providerId="AD" clId="Web-{AB37BF44-4756-A6B7-F824-51DD753FAA67}" dt="2024-05-28T14:26:29.283" v="455" actId="1076"/>
        <pc:sldMkLst>
          <pc:docMk/>
          <pc:sldMk cId="415396869" sldId="321"/>
        </pc:sldMkLst>
        <pc:spChg chg="mod">
          <ac:chgData name="Mehedi Meem" userId="S::mehedi.meem@smoothstack.com::d7c30155-31ca-4830-b05e-9d083b03bd2e" providerId="AD" clId="Web-{AB37BF44-4756-A6B7-F824-51DD753FAA67}" dt="2024-05-28T14:26:29.283" v="455" actId="1076"/>
          <ac:spMkLst>
            <pc:docMk/>
            <pc:sldMk cId="415396869" sldId="321"/>
            <ac:spMk id="4" creationId="{58F8013E-525A-D7F0-C4D1-B70E52B83371}"/>
          </ac:spMkLst>
        </pc:spChg>
      </pc:sldChg>
      <pc:sldChg chg="modSp">
        <pc:chgData name="Mehedi Meem" userId="S::mehedi.meem@smoothstack.com::d7c30155-31ca-4830-b05e-9d083b03bd2e" providerId="AD" clId="Web-{AB37BF44-4756-A6B7-F824-51DD753FAA67}" dt="2024-05-28T16:04:14.156" v="576" actId="20577"/>
        <pc:sldMkLst>
          <pc:docMk/>
          <pc:sldMk cId="1951292125" sldId="322"/>
        </pc:sldMkLst>
        <pc:spChg chg="mod">
          <ac:chgData name="Mehedi Meem" userId="S::mehedi.meem@smoothstack.com::d7c30155-31ca-4830-b05e-9d083b03bd2e" providerId="AD" clId="Web-{AB37BF44-4756-A6B7-F824-51DD753FAA67}" dt="2024-05-28T16:04:14.156" v="576" actId="20577"/>
          <ac:spMkLst>
            <pc:docMk/>
            <pc:sldMk cId="1951292125" sldId="322"/>
            <ac:spMk id="4" creationId="{58F8013E-525A-D7F0-C4D1-B70E52B83371}"/>
          </ac:spMkLst>
        </pc:spChg>
      </pc:sldChg>
    </pc:docChg>
  </pc:docChgLst>
  <pc:docChgLst>
    <pc:chgData name="Mehedi Meem" userId="S::mehedi.meem@smoothstack.com::d7c30155-31ca-4830-b05e-9d083b03bd2e" providerId="AD" clId="Web-{DC3626F6-4535-0B05-570D-09C0A6738857}"/>
    <pc:docChg chg="modSld">
      <pc:chgData name="Mehedi Meem" userId="S::mehedi.meem@smoothstack.com::d7c30155-31ca-4830-b05e-9d083b03bd2e" providerId="AD" clId="Web-{DC3626F6-4535-0B05-570D-09C0A6738857}" dt="2024-05-27T18:17:58.548" v="1" actId="20577"/>
      <pc:docMkLst>
        <pc:docMk/>
      </pc:docMkLst>
      <pc:sldChg chg="modSp">
        <pc:chgData name="Mehedi Meem" userId="S::mehedi.meem@smoothstack.com::d7c30155-31ca-4830-b05e-9d083b03bd2e" providerId="AD" clId="Web-{DC3626F6-4535-0B05-570D-09C0A6738857}" dt="2024-05-27T18:17:58.548" v="1" actId="20577"/>
        <pc:sldMkLst>
          <pc:docMk/>
          <pc:sldMk cId="415396869" sldId="321"/>
        </pc:sldMkLst>
        <pc:spChg chg="mod">
          <ac:chgData name="Mehedi Meem" userId="S::mehedi.meem@smoothstack.com::d7c30155-31ca-4830-b05e-9d083b03bd2e" providerId="AD" clId="Web-{DC3626F6-4535-0B05-570D-09C0A6738857}" dt="2024-05-27T18:17:58.548" v="1" actId="20577"/>
          <ac:spMkLst>
            <pc:docMk/>
            <pc:sldMk cId="415396869" sldId="321"/>
            <ac:spMk id="4" creationId="{58F8013E-525A-D7F0-C4D1-B70E52B83371}"/>
          </ac:spMkLst>
        </pc:spChg>
      </pc:sldChg>
    </pc:docChg>
  </pc:docChgLst>
  <pc:docChgLst>
    <pc:chgData name="Joseph Putz" userId="S::joseph.putz@smoothstack.com::4a248c09-e3f6-4291-bd54-1ef81319d961" providerId="AD" clId="Web-{2714BECC-AB5C-6BE6-24D0-3223D66CE46C}"/>
    <pc:docChg chg="addSld delSld modSld">
      <pc:chgData name="Joseph Putz" userId="S::joseph.putz@smoothstack.com::4a248c09-e3f6-4291-bd54-1ef81319d961" providerId="AD" clId="Web-{2714BECC-AB5C-6BE6-24D0-3223D66CE46C}" dt="2024-06-11T13:41:44.272" v="241"/>
      <pc:docMkLst>
        <pc:docMk/>
      </pc:docMkLst>
      <pc:sldChg chg="modSp">
        <pc:chgData name="Joseph Putz" userId="S::joseph.putz@smoothstack.com::4a248c09-e3f6-4291-bd54-1ef81319d961" providerId="AD" clId="Web-{2714BECC-AB5C-6BE6-24D0-3223D66CE46C}" dt="2024-06-11T06:07:23.839" v="239" actId="20577"/>
        <pc:sldMkLst>
          <pc:docMk/>
          <pc:sldMk cId="0" sldId="263"/>
        </pc:sldMkLst>
        <pc:spChg chg="mod">
          <ac:chgData name="Joseph Putz" userId="S::joseph.putz@smoothstack.com::4a248c09-e3f6-4291-bd54-1ef81319d961" providerId="AD" clId="Web-{2714BECC-AB5C-6BE6-24D0-3223D66CE46C}" dt="2024-06-11T06:07:23.839" v="239" actId="20577"/>
          <ac:spMkLst>
            <pc:docMk/>
            <pc:sldMk cId="0" sldId="263"/>
            <ac:spMk id="4" creationId="{3B6892F8-7A24-365F-5E3C-EAEA1D652564}"/>
          </ac:spMkLst>
        </pc:spChg>
      </pc:sldChg>
      <pc:sldChg chg="modSp">
        <pc:chgData name="Joseph Putz" userId="S::joseph.putz@smoothstack.com::4a248c09-e3f6-4291-bd54-1ef81319d961" providerId="AD" clId="Web-{2714BECC-AB5C-6BE6-24D0-3223D66CE46C}" dt="2024-06-11T03:40:57.900" v="160" actId="20577"/>
        <pc:sldMkLst>
          <pc:docMk/>
          <pc:sldMk cId="228873845" sldId="302"/>
        </pc:sldMkLst>
        <pc:spChg chg="mod">
          <ac:chgData name="Joseph Putz" userId="S::joseph.putz@smoothstack.com::4a248c09-e3f6-4291-bd54-1ef81319d961" providerId="AD" clId="Web-{2714BECC-AB5C-6BE6-24D0-3223D66CE46C}" dt="2024-06-11T03:40:57.900" v="160" actId="20577"/>
          <ac:spMkLst>
            <pc:docMk/>
            <pc:sldMk cId="228873845" sldId="302"/>
            <ac:spMk id="4" creationId="{58F8013E-525A-D7F0-C4D1-B70E52B83371}"/>
          </ac:spMkLst>
        </pc:spChg>
      </pc:sldChg>
      <pc:sldChg chg="modSp">
        <pc:chgData name="Joseph Putz" userId="S::joseph.putz@smoothstack.com::4a248c09-e3f6-4291-bd54-1ef81319d961" providerId="AD" clId="Web-{2714BECC-AB5C-6BE6-24D0-3223D66CE46C}" dt="2024-06-11T03:41:53.574" v="227" actId="20577"/>
        <pc:sldMkLst>
          <pc:docMk/>
          <pc:sldMk cId="4231161641" sldId="306"/>
        </pc:sldMkLst>
        <pc:spChg chg="mod">
          <ac:chgData name="Joseph Putz" userId="S::joseph.putz@smoothstack.com::4a248c09-e3f6-4291-bd54-1ef81319d961" providerId="AD" clId="Web-{2714BECC-AB5C-6BE6-24D0-3223D66CE46C}" dt="2024-06-11T03:41:53.574" v="227" actId="20577"/>
          <ac:spMkLst>
            <pc:docMk/>
            <pc:sldMk cId="4231161641" sldId="306"/>
            <ac:spMk id="4" creationId="{58F8013E-525A-D7F0-C4D1-B70E52B83371}"/>
          </ac:spMkLst>
        </pc:spChg>
      </pc:sldChg>
      <pc:sldChg chg="modSp">
        <pc:chgData name="Joseph Putz" userId="S::joseph.putz@smoothstack.com::4a248c09-e3f6-4291-bd54-1ef81319d961" providerId="AD" clId="Web-{2714BECC-AB5C-6BE6-24D0-3223D66CE46C}" dt="2024-06-11T03:38:27.066" v="61" actId="20577"/>
        <pc:sldMkLst>
          <pc:docMk/>
          <pc:sldMk cId="1680601028" sldId="307"/>
        </pc:sldMkLst>
        <pc:spChg chg="mod">
          <ac:chgData name="Joseph Putz" userId="S::joseph.putz@smoothstack.com::4a248c09-e3f6-4291-bd54-1ef81319d961" providerId="AD" clId="Web-{2714BECC-AB5C-6BE6-24D0-3223D66CE46C}" dt="2024-06-11T03:38:27.066" v="61" actId="20577"/>
          <ac:spMkLst>
            <pc:docMk/>
            <pc:sldMk cId="1680601028" sldId="307"/>
            <ac:spMk id="17" creationId="{23256A91-0195-693D-23DB-3E19C2AB9878}"/>
          </ac:spMkLst>
        </pc:spChg>
      </pc:sldChg>
      <pc:sldChg chg="new del">
        <pc:chgData name="Joseph Putz" userId="S::joseph.putz@smoothstack.com::4a248c09-e3f6-4291-bd54-1ef81319d961" providerId="AD" clId="Web-{2714BECC-AB5C-6BE6-24D0-3223D66CE46C}" dt="2024-06-11T13:41:44.272" v="241"/>
        <pc:sldMkLst>
          <pc:docMk/>
          <pc:sldMk cId="345966308" sldId="324"/>
        </pc:sldMkLst>
      </pc:sldChg>
    </pc:docChg>
  </pc:docChgLst>
  <pc:docChgLst>
    <pc:chgData name="Jorge Canales" userId="S::jorge.canales@smoothstack.com::87a87ffe-d768-4732-be85-9b52b4273a67" providerId="AD" clId="Web-{9C57337C-3787-AE18-D9EA-5A3A8FAAB69B}"/>
    <pc:docChg chg="modSld">
      <pc:chgData name="Jorge Canales" userId="S::jorge.canales@smoothstack.com::87a87ffe-d768-4732-be85-9b52b4273a67" providerId="AD" clId="Web-{9C57337C-3787-AE18-D9EA-5A3A8FAAB69B}" dt="2024-06-11T03:33:30.746" v="409" actId="1076"/>
      <pc:docMkLst>
        <pc:docMk/>
      </pc:docMkLst>
      <pc:sldChg chg="modSp">
        <pc:chgData name="Jorge Canales" userId="S::jorge.canales@smoothstack.com::87a87ffe-d768-4732-be85-9b52b4273a67" providerId="AD" clId="Web-{9C57337C-3787-AE18-D9EA-5A3A8FAAB69B}" dt="2024-06-11T03:06:33.186" v="113" actId="20577"/>
        <pc:sldMkLst>
          <pc:docMk/>
          <pc:sldMk cId="0" sldId="263"/>
        </pc:sldMkLst>
        <pc:spChg chg="mod">
          <ac:chgData name="Jorge Canales" userId="S::jorge.canales@smoothstack.com::87a87ffe-d768-4732-be85-9b52b4273a67" providerId="AD" clId="Web-{9C57337C-3787-AE18-D9EA-5A3A8FAAB69B}" dt="2024-06-11T03:06:33.186" v="113" actId="20577"/>
          <ac:spMkLst>
            <pc:docMk/>
            <pc:sldMk cId="0" sldId="263"/>
            <ac:spMk id="4" creationId="{3B6892F8-7A24-365F-5E3C-EAEA1D652564}"/>
          </ac:spMkLst>
        </pc:spChg>
      </pc:sldChg>
      <pc:sldChg chg="addSp delSp modSp">
        <pc:chgData name="Jorge Canales" userId="S::jorge.canales@smoothstack.com::87a87ffe-d768-4732-be85-9b52b4273a67" providerId="AD" clId="Web-{9C57337C-3787-AE18-D9EA-5A3A8FAAB69B}" dt="2024-06-11T03:01:54.941" v="14" actId="1076"/>
        <pc:sldMkLst>
          <pc:docMk/>
          <pc:sldMk cId="2817012864" sldId="294"/>
        </pc:sldMkLst>
        <pc:picChg chg="add del mod">
          <ac:chgData name="Jorge Canales" userId="S::jorge.canales@smoothstack.com::87a87ffe-d768-4732-be85-9b52b4273a67" providerId="AD" clId="Web-{9C57337C-3787-AE18-D9EA-5A3A8FAAB69B}" dt="2024-06-11T03:00:48.470" v="3"/>
          <ac:picMkLst>
            <pc:docMk/>
            <pc:sldMk cId="2817012864" sldId="294"/>
            <ac:picMk id="16" creationId="{71184288-20AB-6818-3845-D0984F65BFD0}"/>
          </ac:picMkLst>
        </pc:picChg>
        <pc:picChg chg="add mod modCrop">
          <ac:chgData name="Jorge Canales" userId="S::jorge.canales@smoothstack.com::87a87ffe-d768-4732-be85-9b52b4273a67" providerId="AD" clId="Web-{9C57337C-3787-AE18-D9EA-5A3A8FAAB69B}" dt="2024-06-11T03:01:54.941" v="14" actId="1076"/>
          <ac:picMkLst>
            <pc:docMk/>
            <pc:sldMk cId="2817012864" sldId="294"/>
            <ac:picMk id="18" creationId="{A7A6D1EA-5556-5D66-D62D-936A8FFC486A}"/>
          </ac:picMkLst>
        </pc:picChg>
      </pc:sldChg>
      <pc:sldChg chg="addSp delSp modSp">
        <pc:chgData name="Jorge Canales" userId="S::jorge.canales@smoothstack.com::87a87ffe-d768-4732-be85-9b52b4273a67" providerId="AD" clId="Web-{9C57337C-3787-AE18-D9EA-5A3A8FAAB69B}" dt="2024-06-11T03:11:12.165" v="160" actId="1076"/>
        <pc:sldMkLst>
          <pc:docMk/>
          <pc:sldMk cId="655573721" sldId="300"/>
        </pc:sldMkLst>
        <pc:picChg chg="mod">
          <ac:chgData name="Jorge Canales" userId="S::jorge.canales@smoothstack.com::87a87ffe-d768-4732-be85-9b52b4273a67" providerId="AD" clId="Web-{9C57337C-3787-AE18-D9EA-5A3A8FAAB69B}" dt="2024-06-11T03:10:21.975" v="144" actId="1076"/>
          <ac:picMkLst>
            <pc:docMk/>
            <pc:sldMk cId="655573721" sldId="300"/>
            <ac:picMk id="5" creationId="{2DF39795-E5E7-79BD-BE67-547EF7DA25A6}"/>
          </ac:picMkLst>
        </pc:picChg>
        <pc:picChg chg="add mod">
          <ac:chgData name="Jorge Canales" userId="S::jorge.canales@smoothstack.com::87a87ffe-d768-4732-be85-9b52b4273a67" providerId="AD" clId="Web-{9C57337C-3787-AE18-D9EA-5A3A8FAAB69B}" dt="2024-06-11T03:10:49.679" v="153" actId="1076"/>
          <ac:picMkLst>
            <pc:docMk/>
            <pc:sldMk cId="655573721" sldId="300"/>
            <ac:picMk id="6" creationId="{36286AA2-BFCA-77DC-A8F7-A38A08E65691}"/>
          </ac:picMkLst>
        </pc:picChg>
        <pc:picChg chg="del">
          <ac:chgData name="Jorge Canales" userId="S::jorge.canales@smoothstack.com::87a87ffe-d768-4732-be85-9b52b4273a67" providerId="AD" clId="Web-{9C57337C-3787-AE18-D9EA-5A3A8FAAB69B}" dt="2024-06-11T03:09:34.536" v="126"/>
          <ac:picMkLst>
            <pc:docMk/>
            <pc:sldMk cId="655573721" sldId="300"/>
            <ac:picMk id="21" creationId="{72454071-32C5-FD40-D456-4E7245268B25}"/>
          </ac:picMkLst>
        </pc:picChg>
        <pc:picChg chg="mod">
          <ac:chgData name="Jorge Canales" userId="S::jorge.canales@smoothstack.com::87a87ffe-d768-4732-be85-9b52b4273a67" providerId="AD" clId="Web-{9C57337C-3787-AE18-D9EA-5A3A8FAAB69B}" dt="2024-06-11T03:11:12.165" v="160" actId="1076"/>
          <ac:picMkLst>
            <pc:docMk/>
            <pc:sldMk cId="655573721" sldId="300"/>
            <ac:picMk id="22" creationId="{0F01B5F0-2EC9-0B12-9080-9C3738F2DF32}"/>
          </ac:picMkLst>
        </pc:picChg>
        <pc:picChg chg="mod">
          <ac:chgData name="Jorge Canales" userId="S::jorge.canales@smoothstack.com::87a87ffe-d768-4732-be85-9b52b4273a67" providerId="AD" clId="Web-{9C57337C-3787-AE18-D9EA-5A3A8FAAB69B}" dt="2024-06-11T03:10:41.788" v="152" actId="1076"/>
          <ac:picMkLst>
            <pc:docMk/>
            <pc:sldMk cId="655573721" sldId="300"/>
            <ac:picMk id="23" creationId="{191EE820-4E21-06A1-12B7-2179BBEE0E62}"/>
          </ac:picMkLst>
        </pc:picChg>
        <pc:picChg chg="mod">
          <ac:chgData name="Jorge Canales" userId="S::jorge.canales@smoothstack.com::87a87ffe-d768-4732-be85-9b52b4273a67" providerId="AD" clId="Web-{9C57337C-3787-AE18-D9EA-5A3A8FAAB69B}" dt="2024-06-11T03:11:09.649" v="158" actId="1076"/>
          <ac:picMkLst>
            <pc:docMk/>
            <pc:sldMk cId="655573721" sldId="300"/>
            <ac:picMk id="24" creationId="{7F94A13D-9575-5B17-FE78-E1DB8C18D2E6}"/>
          </ac:picMkLst>
        </pc:picChg>
        <pc:picChg chg="mod">
          <ac:chgData name="Jorge Canales" userId="S::jorge.canales@smoothstack.com::87a87ffe-d768-4732-be85-9b52b4273a67" providerId="AD" clId="Web-{9C57337C-3787-AE18-D9EA-5A3A8FAAB69B}" dt="2024-06-11T03:10:25.350" v="145" actId="1076"/>
          <ac:picMkLst>
            <pc:docMk/>
            <pc:sldMk cId="655573721" sldId="300"/>
            <ac:picMk id="25" creationId="{8C38069D-CF5B-34C2-6CE9-77E95D6CD9A3}"/>
          </ac:picMkLst>
        </pc:picChg>
        <pc:picChg chg="mod">
          <ac:chgData name="Jorge Canales" userId="S::jorge.canales@smoothstack.com::87a87ffe-d768-4732-be85-9b52b4273a67" providerId="AD" clId="Web-{9C57337C-3787-AE18-D9EA-5A3A8FAAB69B}" dt="2024-06-11T03:10:31.522" v="148" actId="1076"/>
          <ac:picMkLst>
            <pc:docMk/>
            <pc:sldMk cId="655573721" sldId="300"/>
            <ac:picMk id="26" creationId="{F3E9B257-662F-8B21-B8A0-644A5CE5DF57}"/>
          </ac:picMkLst>
        </pc:picChg>
        <pc:picChg chg="del mod">
          <ac:chgData name="Jorge Canales" userId="S::jorge.canales@smoothstack.com::87a87ffe-d768-4732-be85-9b52b4273a67" providerId="AD" clId="Web-{9C57337C-3787-AE18-D9EA-5A3A8FAAB69B}" dt="2024-06-11T03:09:37.458" v="130"/>
          <ac:picMkLst>
            <pc:docMk/>
            <pc:sldMk cId="655573721" sldId="300"/>
            <ac:picMk id="27" creationId="{10CFC35F-9494-28CF-F3C3-ED95B1A543C5}"/>
          </ac:picMkLst>
        </pc:picChg>
        <pc:picChg chg="del mod">
          <ac:chgData name="Jorge Canales" userId="S::jorge.canales@smoothstack.com::87a87ffe-d768-4732-be85-9b52b4273a67" providerId="AD" clId="Web-{9C57337C-3787-AE18-D9EA-5A3A8FAAB69B}" dt="2024-06-11T03:09:36.817" v="129"/>
          <ac:picMkLst>
            <pc:docMk/>
            <pc:sldMk cId="655573721" sldId="300"/>
            <ac:picMk id="28" creationId="{DA9D9D71-B8D2-BA22-F220-CF70CBD861B1}"/>
          </ac:picMkLst>
        </pc:picChg>
        <pc:picChg chg="del mod">
          <ac:chgData name="Jorge Canales" userId="S::jorge.canales@smoothstack.com::87a87ffe-d768-4732-be85-9b52b4273a67" providerId="AD" clId="Web-{9C57337C-3787-AE18-D9EA-5A3A8FAAB69B}" dt="2024-06-11T03:09:36.130" v="128"/>
          <ac:picMkLst>
            <pc:docMk/>
            <pc:sldMk cId="655573721" sldId="300"/>
            <ac:picMk id="29" creationId="{AB65D901-4470-5237-0333-5734014801AE}"/>
          </ac:picMkLst>
        </pc:picChg>
        <pc:picChg chg="del mod">
          <ac:chgData name="Jorge Canales" userId="S::jorge.canales@smoothstack.com::87a87ffe-d768-4732-be85-9b52b4273a67" providerId="AD" clId="Web-{9C57337C-3787-AE18-D9EA-5A3A8FAAB69B}" dt="2024-06-11T03:09:35.536" v="127"/>
          <ac:picMkLst>
            <pc:docMk/>
            <pc:sldMk cId="655573721" sldId="300"/>
            <ac:picMk id="30" creationId="{CFC5D9D4-0F92-7A47-4311-641E5BB1EDEF}"/>
          </ac:picMkLst>
        </pc:picChg>
        <pc:picChg chg="del">
          <ac:chgData name="Jorge Canales" userId="S::jorge.canales@smoothstack.com::87a87ffe-d768-4732-be85-9b52b4273a67" providerId="AD" clId="Web-{9C57337C-3787-AE18-D9EA-5A3A8FAAB69B}" dt="2024-06-11T03:11:05.242" v="156"/>
          <ac:picMkLst>
            <pc:docMk/>
            <pc:sldMk cId="655573721" sldId="300"/>
            <ac:picMk id="31" creationId="{3C768857-EAA3-7ACB-8099-A3DFD2E0059F}"/>
          </ac:picMkLst>
        </pc:picChg>
        <pc:picChg chg="add mod">
          <ac:chgData name="Jorge Canales" userId="S::jorge.canales@smoothstack.com::87a87ffe-d768-4732-be85-9b52b4273a67" providerId="AD" clId="Web-{9C57337C-3787-AE18-D9EA-5A3A8FAAB69B}" dt="2024-06-11T03:10:56.461" v="155" actId="1076"/>
          <ac:picMkLst>
            <pc:docMk/>
            <pc:sldMk cId="655573721" sldId="300"/>
            <ac:picMk id="32" creationId="{3BDBB02C-88F8-B1F8-0240-A39644059281}"/>
          </ac:picMkLst>
        </pc:picChg>
        <pc:picChg chg="add mod">
          <ac:chgData name="Jorge Canales" userId="S::jorge.canales@smoothstack.com::87a87ffe-d768-4732-be85-9b52b4273a67" providerId="AD" clId="Web-{9C57337C-3787-AE18-D9EA-5A3A8FAAB69B}" dt="2024-06-11T03:10:52.820" v="154" actId="1076"/>
          <ac:picMkLst>
            <pc:docMk/>
            <pc:sldMk cId="655573721" sldId="300"/>
            <ac:picMk id="33" creationId="{29C63BD3-AA71-4A05-0A7C-2A9263C0CB00}"/>
          </ac:picMkLst>
        </pc:picChg>
        <pc:picChg chg="mod">
          <ac:chgData name="Jorge Canales" userId="S::jorge.canales@smoothstack.com::87a87ffe-d768-4732-be85-9b52b4273a67" providerId="AD" clId="Web-{9C57337C-3787-AE18-D9EA-5A3A8FAAB69B}" dt="2024-06-11T03:11:10.993" v="159" actId="1076"/>
          <ac:picMkLst>
            <pc:docMk/>
            <pc:sldMk cId="655573721" sldId="300"/>
            <ac:picMk id="34" creationId="{B94E62E2-036A-93C8-9E39-BAE8B54EE773}"/>
          </ac:picMkLst>
        </pc:picChg>
        <pc:picChg chg="mod">
          <ac:chgData name="Jorge Canales" userId="S::jorge.canales@smoothstack.com::87a87ffe-d768-4732-be85-9b52b4273a67" providerId="AD" clId="Web-{9C57337C-3787-AE18-D9EA-5A3A8FAAB69B}" dt="2024-06-11T03:11:07.664" v="157" actId="1076"/>
          <ac:picMkLst>
            <pc:docMk/>
            <pc:sldMk cId="655573721" sldId="300"/>
            <ac:picMk id="35" creationId="{4C0BA31A-35C2-9F01-446D-01087BC525E4}"/>
          </ac:picMkLst>
        </pc:picChg>
      </pc:sldChg>
      <pc:sldChg chg="modSp modNotes">
        <pc:chgData name="Jorge Canales" userId="S::jorge.canales@smoothstack.com::87a87ffe-d768-4732-be85-9b52b4273a67" providerId="AD" clId="Web-{9C57337C-3787-AE18-D9EA-5A3A8FAAB69B}" dt="2024-06-11T03:33:30.746" v="409" actId="1076"/>
        <pc:sldMkLst>
          <pc:docMk/>
          <pc:sldMk cId="2216876160" sldId="310"/>
        </pc:sldMkLst>
        <pc:spChg chg="mod">
          <ac:chgData name="Jorge Canales" userId="S::jorge.canales@smoothstack.com::87a87ffe-d768-4732-be85-9b52b4273a67" providerId="AD" clId="Web-{9C57337C-3787-AE18-D9EA-5A3A8FAAB69B}" dt="2024-06-11T03:33:30.746" v="409" actId="1076"/>
          <ac:spMkLst>
            <pc:docMk/>
            <pc:sldMk cId="2216876160" sldId="310"/>
            <ac:spMk id="4" creationId="{58F8013E-525A-D7F0-C4D1-B70E52B83371}"/>
          </ac:spMkLst>
        </pc:spChg>
      </pc:sldChg>
      <pc:sldChg chg="modSp">
        <pc:chgData name="Jorge Canales" userId="S::jorge.canales@smoothstack.com::87a87ffe-d768-4732-be85-9b52b4273a67" providerId="AD" clId="Web-{9C57337C-3787-AE18-D9EA-5A3A8FAAB69B}" dt="2024-06-11T03:30:15.145" v="348" actId="14100"/>
        <pc:sldMkLst>
          <pc:docMk/>
          <pc:sldMk cId="1406785715" sldId="311"/>
        </pc:sldMkLst>
        <pc:spChg chg="mod">
          <ac:chgData name="Jorge Canales" userId="S::jorge.canales@smoothstack.com::87a87ffe-d768-4732-be85-9b52b4273a67" providerId="AD" clId="Web-{9C57337C-3787-AE18-D9EA-5A3A8FAAB69B}" dt="2024-06-11T03:30:15.145" v="348" actId="14100"/>
          <ac:spMkLst>
            <pc:docMk/>
            <pc:sldMk cId="1406785715" sldId="311"/>
            <ac:spMk id="4" creationId="{58F8013E-525A-D7F0-C4D1-B70E52B83371}"/>
          </ac:spMkLst>
        </pc:spChg>
      </pc:sldChg>
      <pc:sldChg chg="modSp">
        <pc:chgData name="Jorge Canales" userId="S::jorge.canales@smoothstack.com::87a87ffe-d768-4732-be85-9b52b4273a67" providerId="AD" clId="Web-{9C57337C-3787-AE18-D9EA-5A3A8FAAB69B}" dt="2024-06-11T03:32:59.589" v="402" actId="20577"/>
        <pc:sldMkLst>
          <pc:docMk/>
          <pc:sldMk cId="1166153078" sldId="312"/>
        </pc:sldMkLst>
        <pc:spChg chg="mod">
          <ac:chgData name="Jorge Canales" userId="S::jorge.canales@smoothstack.com::87a87ffe-d768-4732-be85-9b52b4273a67" providerId="AD" clId="Web-{9C57337C-3787-AE18-D9EA-5A3A8FAAB69B}" dt="2024-06-11T03:32:59.589" v="402" actId="20577"/>
          <ac:spMkLst>
            <pc:docMk/>
            <pc:sldMk cId="1166153078" sldId="312"/>
            <ac:spMk id="17" creationId="{23256A91-0195-693D-23DB-3E19C2AB9878}"/>
          </ac:spMkLst>
        </pc:spChg>
      </pc:sldChg>
    </pc:docChg>
  </pc:docChgLst>
  <pc:docChgLst>
    <pc:chgData name="Jorge Canales" userId="S::jorge.canales@smoothstack.com::87a87ffe-d768-4732-be85-9b52b4273a67" providerId="AD" clId="Web-{4D2C0C8C-9A8B-A119-9A10-D3E1D990A9F5}"/>
    <pc:docChg chg="modSld">
      <pc:chgData name="Jorge Canales" userId="S::jorge.canales@smoothstack.com::87a87ffe-d768-4732-be85-9b52b4273a67" providerId="AD" clId="Web-{4D2C0C8C-9A8B-A119-9A10-D3E1D990A9F5}" dt="2024-05-30T19:17:10.461" v="28" actId="1076"/>
      <pc:docMkLst>
        <pc:docMk/>
      </pc:docMkLst>
      <pc:sldChg chg="addSp delSp modSp">
        <pc:chgData name="Jorge Canales" userId="S::jorge.canales@smoothstack.com::87a87ffe-d768-4732-be85-9b52b4273a67" providerId="AD" clId="Web-{4D2C0C8C-9A8B-A119-9A10-D3E1D990A9F5}" dt="2024-05-30T19:17:10.461" v="28" actId="1076"/>
        <pc:sldMkLst>
          <pc:docMk/>
          <pc:sldMk cId="2662293983" sldId="304"/>
        </pc:sldMkLst>
        <pc:grpChg chg="mod">
          <ac:chgData name="Jorge Canales" userId="S::jorge.canales@smoothstack.com::87a87ffe-d768-4732-be85-9b52b4273a67" providerId="AD" clId="Web-{4D2C0C8C-9A8B-A119-9A10-D3E1D990A9F5}" dt="2024-05-30T19:12:59.811" v="17" actId="1076"/>
          <ac:grpSpMkLst>
            <pc:docMk/>
            <pc:sldMk cId="2662293983" sldId="304"/>
            <ac:grpSpMk id="2" creationId="{1CC8FA41-870C-FE7C-D0D7-1F9607E9793D}"/>
          </ac:grpSpMkLst>
        </pc:grpChg>
        <pc:picChg chg="del">
          <ac:chgData name="Jorge Canales" userId="S::jorge.canales@smoothstack.com::87a87ffe-d768-4732-be85-9b52b4273a67" providerId="AD" clId="Web-{4D2C0C8C-9A8B-A119-9A10-D3E1D990A9F5}" dt="2024-05-30T19:11:35.746" v="0"/>
          <ac:picMkLst>
            <pc:docMk/>
            <pc:sldMk cId="2662293983" sldId="304"/>
            <ac:picMk id="16" creationId="{5EC02AB3-B267-7ACA-25F9-A634D266C190}"/>
          </ac:picMkLst>
        </pc:picChg>
        <pc:picChg chg="add del mod">
          <ac:chgData name="Jorge Canales" userId="S::jorge.canales@smoothstack.com::87a87ffe-d768-4732-be85-9b52b4273a67" providerId="AD" clId="Web-{4D2C0C8C-9A8B-A119-9A10-D3E1D990A9F5}" dt="2024-05-30T19:12:43.842" v="10"/>
          <ac:picMkLst>
            <pc:docMk/>
            <pc:sldMk cId="2662293983" sldId="304"/>
            <ac:picMk id="17" creationId="{A3E55A37-AA5C-1581-EB44-91C544271E76}"/>
          </ac:picMkLst>
        </pc:picChg>
        <pc:picChg chg="add del mod">
          <ac:chgData name="Jorge Canales" userId="S::jorge.canales@smoothstack.com::87a87ffe-d768-4732-be85-9b52b4273a67" providerId="AD" clId="Web-{4D2C0C8C-9A8B-A119-9A10-D3E1D990A9F5}" dt="2024-05-30T19:16:49.382" v="20"/>
          <ac:picMkLst>
            <pc:docMk/>
            <pc:sldMk cId="2662293983" sldId="304"/>
            <ac:picMk id="18" creationId="{E8B6DC06-4892-0F6D-DE26-0F23771893A2}"/>
          </ac:picMkLst>
        </pc:picChg>
        <pc:picChg chg="add mod">
          <ac:chgData name="Jorge Canales" userId="S::jorge.canales@smoothstack.com::87a87ffe-d768-4732-be85-9b52b4273a67" providerId="AD" clId="Web-{4D2C0C8C-9A8B-A119-9A10-D3E1D990A9F5}" dt="2024-05-30T19:17:10.461" v="28" actId="1076"/>
          <ac:picMkLst>
            <pc:docMk/>
            <pc:sldMk cId="2662293983" sldId="304"/>
            <ac:picMk id="19" creationId="{D6A46892-CC4D-5A5E-8F79-F2F2223989AC}"/>
          </ac:picMkLst>
        </pc:picChg>
      </pc:sldChg>
    </pc:docChg>
  </pc:docChgLst>
  <pc:docChgLst>
    <pc:chgData name="Mehedi Meem" userId="S::mehedi.meem@smoothstack.com::d7c30155-31ca-4830-b05e-9d083b03bd2e" providerId="AD" clId="Web-{340016B9-DBB6-EA9E-AAA9-006C6092875A}"/>
    <pc:docChg chg="modSld">
      <pc:chgData name="Mehedi Meem" userId="S::mehedi.meem@smoothstack.com::d7c30155-31ca-4830-b05e-9d083b03bd2e" providerId="AD" clId="Web-{340016B9-DBB6-EA9E-AAA9-006C6092875A}" dt="2024-06-11T13:20:44.067" v="477" actId="20577"/>
      <pc:docMkLst>
        <pc:docMk/>
      </pc:docMkLst>
      <pc:sldChg chg="modSp">
        <pc:chgData name="Mehedi Meem" userId="S::mehedi.meem@smoothstack.com::d7c30155-31ca-4830-b05e-9d083b03bd2e" providerId="AD" clId="Web-{340016B9-DBB6-EA9E-AAA9-006C6092875A}" dt="2024-06-11T13:18:53.487" v="428" actId="20577"/>
        <pc:sldMkLst>
          <pc:docMk/>
          <pc:sldMk cId="2045569583" sldId="320"/>
        </pc:sldMkLst>
        <pc:spChg chg="mod">
          <ac:chgData name="Mehedi Meem" userId="S::mehedi.meem@smoothstack.com::d7c30155-31ca-4830-b05e-9d083b03bd2e" providerId="AD" clId="Web-{340016B9-DBB6-EA9E-AAA9-006C6092875A}" dt="2024-06-11T13:18:53.487" v="428" actId="20577"/>
          <ac:spMkLst>
            <pc:docMk/>
            <pc:sldMk cId="2045569583" sldId="320"/>
            <ac:spMk id="17" creationId="{23256A91-0195-693D-23DB-3E19C2AB9878}"/>
          </ac:spMkLst>
        </pc:spChg>
      </pc:sldChg>
      <pc:sldChg chg="modSp">
        <pc:chgData name="Mehedi Meem" userId="S::mehedi.meem@smoothstack.com::d7c30155-31ca-4830-b05e-9d083b03bd2e" providerId="AD" clId="Web-{340016B9-DBB6-EA9E-AAA9-006C6092875A}" dt="2024-06-11T13:20:44.067" v="477" actId="20577"/>
        <pc:sldMkLst>
          <pc:docMk/>
          <pc:sldMk cId="415396869" sldId="321"/>
        </pc:sldMkLst>
        <pc:spChg chg="mod">
          <ac:chgData name="Mehedi Meem" userId="S::mehedi.meem@smoothstack.com::d7c30155-31ca-4830-b05e-9d083b03bd2e" providerId="AD" clId="Web-{340016B9-DBB6-EA9E-AAA9-006C6092875A}" dt="2024-06-11T13:20:44.067" v="477" actId="20577"/>
          <ac:spMkLst>
            <pc:docMk/>
            <pc:sldMk cId="415396869" sldId="321"/>
            <ac:spMk id="4" creationId="{58F8013E-525A-D7F0-C4D1-B70E52B83371}"/>
          </ac:spMkLst>
        </pc:spChg>
      </pc:sldChg>
      <pc:sldChg chg="modSp">
        <pc:chgData name="Mehedi Meem" userId="S::mehedi.meem@smoothstack.com::d7c30155-31ca-4830-b05e-9d083b03bd2e" providerId="AD" clId="Web-{340016B9-DBB6-EA9E-AAA9-006C6092875A}" dt="2024-06-11T12:41:22.370" v="45" actId="1076"/>
        <pc:sldMkLst>
          <pc:docMk/>
          <pc:sldMk cId="1951292125" sldId="322"/>
        </pc:sldMkLst>
        <pc:spChg chg="mod">
          <ac:chgData name="Mehedi Meem" userId="S::mehedi.meem@smoothstack.com::d7c30155-31ca-4830-b05e-9d083b03bd2e" providerId="AD" clId="Web-{340016B9-DBB6-EA9E-AAA9-006C6092875A}" dt="2024-06-11T12:41:22.370" v="45" actId="1076"/>
          <ac:spMkLst>
            <pc:docMk/>
            <pc:sldMk cId="1951292125" sldId="322"/>
            <ac:spMk id="4" creationId="{58F8013E-525A-D7F0-C4D1-B70E52B83371}"/>
          </ac:spMkLst>
        </pc:spChg>
      </pc:sldChg>
    </pc:docChg>
  </pc:docChgLst>
  <pc:docChgLst>
    <pc:chgData name="Jorge Canales" userId="S::jorge.canales@smoothstack.com::87a87ffe-d768-4732-be85-9b52b4273a67" providerId="AD" clId="Web-{7579BD4D-84A2-3E6C-01BF-A6B39CE09FB2}"/>
    <pc:docChg chg="modSld">
      <pc:chgData name="Jorge Canales" userId="S::jorge.canales@smoothstack.com::87a87ffe-d768-4732-be85-9b52b4273a67" providerId="AD" clId="Web-{7579BD4D-84A2-3E6C-01BF-A6B39CE09FB2}" dt="2024-05-30T19:18:26.016" v="8" actId="1076"/>
      <pc:docMkLst>
        <pc:docMk/>
      </pc:docMkLst>
      <pc:sldChg chg="delSp modSp">
        <pc:chgData name="Jorge Canales" userId="S::jorge.canales@smoothstack.com::87a87ffe-d768-4732-be85-9b52b4273a67" providerId="AD" clId="Web-{7579BD4D-84A2-3E6C-01BF-A6B39CE09FB2}" dt="2024-05-30T19:18:26.016" v="8" actId="1076"/>
        <pc:sldMkLst>
          <pc:docMk/>
          <pc:sldMk cId="655573721" sldId="300"/>
        </pc:sldMkLst>
        <pc:picChg chg="mod">
          <ac:chgData name="Jorge Canales" userId="S::jorge.canales@smoothstack.com::87a87ffe-d768-4732-be85-9b52b4273a67" providerId="AD" clId="Web-{7579BD4D-84A2-3E6C-01BF-A6B39CE09FB2}" dt="2024-05-30T19:18:11.547" v="1" actId="1076"/>
          <ac:picMkLst>
            <pc:docMk/>
            <pc:sldMk cId="655573721" sldId="300"/>
            <ac:picMk id="21" creationId="{72454071-32C5-FD40-D456-4E7245268B25}"/>
          </ac:picMkLst>
        </pc:picChg>
        <pc:picChg chg="mod">
          <ac:chgData name="Jorge Canales" userId="S::jorge.canales@smoothstack.com::87a87ffe-d768-4732-be85-9b52b4273a67" providerId="AD" clId="Web-{7579BD4D-84A2-3E6C-01BF-A6B39CE09FB2}" dt="2024-05-30T19:18:23.266" v="7" actId="1076"/>
          <ac:picMkLst>
            <pc:docMk/>
            <pc:sldMk cId="655573721" sldId="300"/>
            <ac:picMk id="27" creationId="{10CFC35F-9494-28CF-F3C3-ED95B1A543C5}"/>
          </ac:picMkLst>
        </pc:picChg>
        <pc:picChg chg="mod">
          <ac:chgData name="Jorge Canales" userId="S::jorge.canales@smoothstack.com::87a87ffe-d768-4732-be85-9b52b4273a67" providerId="AD" clId="Web-{7579BD4D-84A2-3E6C-01BF-A6B39CE09FB2}" dt="2024-05-30T19:18:26.016" v="8" actId="1076"/>
          <ac:picMkLst>
            <pc:docMk/>
            <pc:sldMk cId="655573721" sldId="300"/>
            <ac:picMk id="28" creationId="{DA9D9D71-B8D2-BA22-F220-CF70CBD861B1}"/>
          </ac:picMkLst>
        </pc:picChg>
        <pc:picChg chg="mod">
          <ac:chgData name="Jorge Canales" userId="S::jorge.canales@smoothstack.com::87a87ffe-d768-4732-be85-9b52b4273a67" providerId="AD" clId="Web-{7579BD4D-84A2-3E6C-01BF-A6B39CE09FB2}" dt="2024-05-30T19:18:22.063" v="6" actId="1076"/>
          <ac:picMkLst>
            <pc:docMk/>
            <pc:sldMk cId="655573721" sldId="300"/>
            <ac:picMk id="29" creationId="{AB65D901-4470-5237-0333-5734014801AE}"/>
          </ac:picMkLst>
        </pc:picChg>
        <pc:picChg chg="mod">
          <ac:chgData name="Jorge Canales" userId="S::jorge.canales@smoothstack.com::87a87ffe-d768-4732-be85-9b52b4273a67" providerId="AD" clId="Web-{7579BD4D-84A2-3E6C-01BF-A6B39CE09FB2}" dt="2024-05-30T19:18:21.094" v="5" actId="1076"/>
          <ac:picMkLst>
            <pc:docMk/>
            <pc:sldMk cId="655573721" sldId="300"/>
            <ac:picMk id="30" creationId="{CFC5D9D4-0F92-7A47-4311-641E5BB1EDEF}"/>
          </ac:picMkLst>
        </pc:picChg>
        <pc:picChg chg="del">
          <ac:chgData name="Jorge Canales" userId="S::jorge.canales@smoothstack.com::87a87ffe-d768-4732-be85-9b52b4273a67" providerId="AD" clId="Web-{7579BD4D-84A2-3E6C-01BF-A6B39CE09FB2}" dt="2024-05-30T19:17:51.217" v="0"/>
          <ac:picMkLst>
            <pc:docMk/>
            <pc:sldMk cId="655573721" sldId="300"/>
            <ac:picMk id="32" creationId="{A28BEBF1-8165-3C16-6726-15F3D8962E9B}"/>
          </ac:picMkLst>
        </pc:picChg>
      </pc:sldChg>
    </pc:docChg>
  </pc:docChgLst>
  <pc:docChgLst>
    <pc:chgData name="Joseph Putz" userId="S::joseph.putz@smoothstack.com::4a248c09-e3f6-4291-bd54-1ef81319d961" providerId="AD" clId="Web-{14570EE5-82EE-AF54-CD48-99EF37EE047C}"/>
    <pc:docChg chg="delSld modSld sldOrd">
      <pc:chgData name="Joseph Putz" userId="S::joseph.putz@smoothstack.com::4a248c09-e3f6-4291-bd54-1ef81319d961" providerId="AD" clId="Web-{14570EE5-82EE-AF54-CD48-99EF37EE047C}" dt="2024-05-27T21:40:39.754" v="1017" actId="1076"/>
      <pc:docMkLst>
        <pc:docMk/>
      </pc:docMkLst>
      <pc:sldChg chg="addSp delSp modSp">
        <pc:chgData name="Joseph Putz" userId="S::joseph.putz@smoothstack.com::4a248c09-e3f6-4291-bd54-1ef81319d961" providerId="AD" clId="Web-{14570EE5-82EE-AF54-CD48-99EF37EE047C}" dt="2024-05-27T21:40:39.754" v="1017" actId="1076"/>
        <pc:sldMkLst>
          <pc:docMk/>
          <pc:sldMk cId="2817012864" sldId="294"/>
        </pc:sldMkLst>
        <pc:picChg chg="del">
          <ac:chgData name="Joseph Putz" userId="S::joseph.putz@smoothstack.com::4a248c09-e3f6-4291-bd54-1ef81319d961" providerId="AD" clId="Web-{14570EE5-82EE-AF54-CD48-99EF37EE047C}" dt="2024-05-27T21:40:24.301" v="1015"/>
          <ac:picMkLst>
            <pc:docMk/>
            <pc:sldMk cId="2817012864" sldId="294"/>
            <ac:picMk id="16" creationId="{F1D4CF87-BCA8-9321-BC48-0B3849B37CA7}"/>
          </ac:picMkLst>
        </pc:picChg>
        <pc:picChg chg="add mod">
          <ac:chgData name="Joseph Putz" userId="S::joseph.putz@smoothstack.com::4a248c09-e3f6-4291-bd54-1ef81319d961" providerId="AD" clId="Web-{14570EE5-82EE-AF54-CD48-99EF37EE047C}" dt="2024-05-27T21:40:39.754" v="1017" actId="1076"/>
          <ac:picMkLst>
            <pc:docMk/>
            <pc:sldMk cId="2817012864" sldId="294"/>
            <ac:picMk id="17" creationId="{107379C5-9EA8-72FB-EE7A-517C6713ABCA}"/>
          </ac:picMkLst>
        </pc:picChg>
      </pc:sldChg>
      <pc:sldChg chg="modSp">
        <pc:chgData name="Joseph Putz" userId="S::joseph.putz@smoothstack.com::4a248c09-e3f6-4291-bd54-1ef81319d961" providerId="AD" clId="Web-{14570EE5-82EE-AF54-CD48-99EF37EE047C}" dt="2024-05-27T16:44:36.928" v="4" actId="1076"/>
        <pc:sldMkLst>
          <pc:docMk/>
          <pc:sldMk cId="655573721" sldId="300"/>
        </pc:sldMkLst>
        <pc:picChg chg="mod">
          <ac:chgData name="Joseph Putz" userId="S::joseph.putz@smoothstack.com::4a248c09-e3f6-4291-bd54-1ef81319d961" providerId="AD" clId="Web-{14570EE5-82EE-AF54-CD48-99EF37EE047C}" dt="2024-05-27T16:44:31.381" v="0" actId="1076"/>
          <ac:picMkLst>
            <pc:docMk/>
            <pc:sldMk cId="655573721" sldId="300"/>
            <ac:picMk id="5" creationId="{2DF39795-E5E7-79BD-BE67-547EF7DA25A6}"/>
          </ac:picMkLst>
        </pc:picChg>
        <pc:picChg chg="mod">
          <ac:chgData name="Joseph Putz" userId="S::joseph.putz@smoothstack.com::4a248c09-e3f6-4291-bd54-1ef81319d961" providerId="AD" clId="Web-{14570EE5-82EE-AF54-CD48-99EF37EE047C}" dt="2024-05-27T16:44:33.271" v="1" actId="1076"/>
          <ac:picMkLst>
            <pc:docMk/>
            <pc:sldMk cId="655573721" sldId="300"/>
            <ac:picMk id="22" creationId="{0F01B5F0-2EC9-0B12-9080-9C3738F2DF32}"/>
          </ac:picMkLst>
        </pc:picChg>
        <pc:picChg chg="mod">
          <ac:chgData name="Joseph Putz" userId="S::joseph.putz@smoothstack.com::4a248c09-e3f6-4291-bd54-1ef81319d961" providerId="AD" clId="Web-{14570EE5-82EE-AF54-CD48-99EF37EE047C}" dt="2024-05-27T16:44:34.553" v="2" actId="1076"/>
          <ac:picMkLst>
            <pc:docMk/>
            <pc:sldMk cId="655573721" sldId="300"/>
            <ac:picMk id="23" creationId="{191EE820-4E21-06A1-12B7-2179BBEE0E62}"/>
          </ac:picMkLst>
        </pc:picChg>
        <pc:picChg chg="mod">
          <ac:chgData name="Joseph Putz" userId="S::joseph.putz@smoothstack.com::4a248c09-e3f6-4291-bd54-1ef81319d961" providerId="AD" clId="Web-{14570EE5-82EE-AF54-CD48-99EF37EE047C}" dt="2024-05-27T16:44:36.928" v="4" actId="1076"/>
          <ac:picMkLst>
            <pc:docMk/>
            <pc:sldMk cId="655573721" sldId="300"/>
            <ac:picMk id="25" creationId="{8C38069D-CF5B-34C2-6CE9-77E95D6CD9A3}"/>
          </ac:picMkLst>
        </pc:picChg>
        <pc:picChg chg="mod">
          <ac:chgData name="Joseph Putz" userId="S::joseph.putz@smoothstack.com::4a248c09-e3f6-4291-bd54-1ef81319d961" providerId="AD" clId="Web-{14570EE5-82EE-AF54-CD48-99EF37EE047C}" dt="2024-05-27T16:44:35.631" v="3" actId="1076"/>
          <ac:picMkLst>
            <pc:docMk/>
            <pc:sldMk cId="655573721" sldId="300"/>
            <ac:picMk id="26" creationId="{F3E9B257-662F-8B21-B8A0-644A5CE5DF57}"/>
          </ac:picMkLst>
        </pc:picChg>
      </pc:sldChg>
      <pc:sldChg chg="modSp">
        <pc:chgData name="Joseph Putz" userId="S::joseph.putz@smoothstack.com::4a248c09-e3f6-4291-bd54-1ef81319d961" providerId="AD" clId="Web-{14570EE5-82EE-AF54-CD48-99EF37EE047C}" dt="2024-05-27T20:02:01.180" v="268" actId="20577"/>
        <pc:sldMkLst>
          <pc:docMk/>
          <pc:sldMk cId="228873845" sldId="302"/>
        </pc:sldMkLst>
        <pc:spChg chg="mod">
          <ac:chgData name="Joseph Putz" userId="S::joseph.putz@smoothstack.com::4a248c09-e3f6-4291-bd54-1ef81319d961" providerId="AD" clId="Web-{14570EE5-82EE-AF54-CD48-99EF37EE047C}" dt="2024-05-27T20:02:01.180" v="268" actId="20577"/>
          <ac:spMkLst>
            <pc:docMk/>
            <pc:sldMk cId="228873845" sldId="302"/>
            <ac:spMk id="4" creationId="{58F8013E-525A-D7F0-C4D1-B70E52B83371}"/>
          </ac:spMkLst>
        </pc:spChg>
      </pc:sldChg>
      <pc:sldChg chg="del">
        <pc:chgData name="Joseph Putz" userId="S::joseph.putz@smoothstack.com::4a248c09-e3f6-4291-bd54-1ef81319d961" providerId="AD" clId="Web-{14570EE5-82EE-AF54-CD48-99EF37EE047C}" dt="2024-05-27T16:50:09.623" v="5"/>
        <pc:sldMkLst>
          <pc:docMk/>
          <pc:sldMk cId="1606379916" sldId="305"/>
        </pc:sldMkLst>
      </pc:sldChg>
      <pc:sldChg chg="modSp ord">
        <pc:chgData name="Joseph Putz" userId="S::joseph.putz@smoothstack.com::4a248c09-e3f6-4291-bd54-1ef81319d961" providerId="AD" clId="Web-{14570EE5-82EE-AF54-CD48-99EF37EE047C}" dt="2024-05-27T20:08:32.923" v="546" actId="20577"/>
        <pc:sldMkLst>
          <pc:docMk/>
          <pc:sldMk cId="4231161641" sldId="306"/>
        </pc:sldMkLst>
        <pc:spChg chg="mod">
          <ac:chgData name="Joseph Putz" userId="S::joseph.putz@smoothstack.com::4a248c09-e3f6-4291-bd54-1ef81319d961" providerId="AD" clId="Web-{14570EE5-82EE-AF54-CD48-99EF37EE047C}" dt="2024-05-27T20:08:32.923" v="546" actId="20577"/>
          <ac:spMkLst>
            <pc:docMk/>
            <pc:sldMk cId="4231161641" sldId="306"/>
            <ac:spMk id="4" creationId="{58F8013E-525A-D7F0-C4D1-B70E52B83371}"/>
          </ac:spMkLst>
        </pc:spChg>
      </pc:sldChg>
      <pc:sldChg chg="delSp modSp">
        <pc:chgData name="Joseph Putz" userId="S::joseph.putz@smoothstack.com::4a248c09-e3f6-4291-bd54-1ef81319d961" providerId="AD" clId="Web-{14570EE5-82EE-AF54-CD48-99EF37EE047C}" dt="2024-05-27T20:16:15.996" v="1010" actId="20577"/>
        <pc:sldMkLst>
          <pc:docMk/>
          <pc:sldMk cId="1680601028" sldId="307"/>
        </pc:sldMkLst>
        <pc:spChg chg="mod">
          <ac:chgData name="Joseph Putz" userId="S::joseph.putz@smoothstack.com::4a248c09-e3f6-4291-bd54-1ef81319d961" providerId="AD" clId="Web-{14570EE5-82EE-AF54-CD48-99EF37EE047C}" dt="2024-05-27T20:16:15.996" v="1010" actId="20577"/>
          <ac:spMkLst>
            <pc:docMk/>
            <pc:sldMk cId="1680601028" sldId="307"/>
            <ac:spMk id="17" creationId="{23256A91-0195-693D-23DB-3E19C2AB9878}"/>
          </ac:spMkLst>
        </pc:spChg>
        <pc:spChg chg="del mod">
          <ac:chgData name="Joseph Putz" userId="S::joseph.putz@smoothstack.com::4a248c09-e3f6-4291-bd54-1ef81319d961" providerId="AD" clId="Web-{14570EE5-82EE-AF54-CD48-99EF37EE047C}" dt="2024-05-27T20:13:15.305" v="883"/>
          <ac:spMkLst>
            <pc:docMk/>
            <pc:sldMk cId="1680601028" sldId="307"/>
            <ac:spMk id="19" creationId="{0E3D61B1-957B-0A53-DA1B-9E890D9F14FB}"/>
          </ac:spMkLst>
        </pc:spChg>
      </pc:sldChg>
    </pc:docChg>
  </pc:docChgLst>
  <pc:docChgLst>
    <pc:chgData name="Jorge Canales" userId="S::jorge.canales@smoothstack.com::87a87ffe-d768-4732-be85-9b52b4273a67" providerId="AD" clId="Web-{5F434401-1AED-E958-395C-F082FF50A13D}"/>
    <pc:docChg chg="addSld modSld">
      <pc:chgData name="Jorge Canales" userId="S::jorge.canales@smoothstack.com::87a87ffe-d768-4732-be85-9b52b4273a67" providerId="AD" clId="Web-{5F434401-1AED-E958-395C-F082FF50A13D}" dt="2024-06-11T12:54:37.319" v="116" actId="1076"/>
      <pc:docMkLst>
        <pc:docMk/>
      </pc:docMkLst>
      <pc:sldChg chg="modSp">
        <pc:chgData name="Jorge Canales" userId="S::jorge.canales@smoothstack.com::87a87ffe-d768-4732-be85-9b52b4273a67" providerId="AD" clId="Web-{5F434401-1AED-E958-395C-F082FF50A13D}" dt="2024-06-11T02:59:05.203" v="90" actId="20577"/>
        <pc:sldMkLst>
          <pc:docMk/>
          <pc:sldMk cId="0" sldId="263"/>
        </pc:sldMkLst>
        <pc:spChg chg="mod">
          <ac:chgData name="Jorge Canales" userId="S::jorge.canales@smoothstack.com::87a87ffe-d768-4732-be85-9b52b4273a67" providerId="AD" clId="Web-{5F434401-1AED-E958-395C-F082FF50A13D}" dt="2024-06-11T02:59:05.203" v="90" actId="20577"/>
          <ac:spMkLst>
            <pc:docMk/>
            <pc:sldMk cId="0" sldId="263"/>
            <ac:spMk id="4" creationId="{3B6892F8-7A24-365F-5E3C-EAEA1D652564}"/>
          </ac:spMkLst>
        </pc:spChg>
      </pc:sldChg>
      <pc:sldChg chg="delSp">
        <pc:chgData name="Jorge Canales" userId="S::jorge.canales@smoothstack.com::87a87ffe-d768-4732-be85-9b52b4273a67" providerId="AD" clId="Web-{5F434401-1AED-E958-395C-F082FF50A13D}" dt="2024-06-11T02:59:54.954" v="91"/>
        <pc:sldMkLst>
          <pc:docMk/>
          <pc:sldMk cId="2817012864" sldId="294"/>
        </pc:sldMkLst>
        <pc:picChg chg="del">
          <ac:chgData name="Jorge Canales" userId="S::jorge.canales@smoothstack.com::87a87ffe-d768-4732-be85-9b52b4273a67" providerId="AD" clId="Web-{5F434401-1AED-E958-395C-F082FF50A13D}" dt="2024-06-11T02:59:54.954" v="91"/>
          <ac:picMkLst>
            <pc:docMk/>
            <pc:sldMk cId="2817012864" sldId="294"/>
            <ac:picMk id="17" creationId="{107379C5-9EA8-72FB-EE7A-517C6713ABCA}"/>
          </ac:picMkLst>
        </pc:picChg>
      </pc:sldChg>
      <pc:sldChg chg="addSp delSp modSp add replId">
        <pc:chgData name="Jorge Canales" userId="S::jorge.canales@smoothstack.com::87a87ffe-d768-4732-be85-9b52b4273a67" providerId="AD" clId="Web-{5F434401-1AED-E958-395C-F082FF50A13D}" dt="2024-06-11T12:54:37.319" v="116" actId="1076"/>
        <pc:sldMkLst>
          <pc:docMk/>
          <pc:sldMk cId="2079254503" sldId="323"/>
        </pc:sldMkLst>
        <pc:spChg chg="mod">
          <ac:chgData name="Jorge Canales" userId="S::jorge.canales@smoothstack.com::87a87ffe-d768-4732-be85-9b52b4273a67" providerId="AD" clId="Web-{5F434401-1AED-E958-395C-F082FF50A13D}" dt="2024-06-11T12:52:22.877" v="112" actId="1076"/>
          <ac:spMkLst>
            <pc:docMk/>
            <pc:sldMk cId="2079254503" sldId="323"/>
            <ac:spMk id="26" creationId="{768BC2E1-A8B5-8425-7719-2FDA9F9FD561}"/>
          </ac:spMkLst>
        </pc:spChg>
        <pc:picChg chg="add mod">
          <ac:chgData name="Jorge Canales" userId="S::jorge.canales@smoothstack.com::87a87ffe-d768-4732-be85-9b52b4273a67" providerId="AD" clId="Web-{5F434401-1AED-E958-395C-F082FF50A13D}" dt="2024-06-11T12:54:37.319" v="116" actId="1076"/>
          <ac:picMkLst>
            <pc:docMk/>
            <pc:sldMk cId="2079254503" sldId="323"/>
            <ac:picMk id="16" creationId="{677F52EE-20E8-0E23-1B07-AA460C1F9CCF}"/>
          </ac:picMkLst>
        </pc:picChg>
        <pc:picChg chg="del">
          <ac:chgData name="Jorge Canales" userId="S::jorge.canales@smoothstack.com::87a87ffe-d768-4732-be85-9b52b4273a67" providerId="AD" clId="Web-{5F434401-1AED-E958-395C-F082FF50A13D}" dt="2024-06-11T12:52:19.236" v="111"/>
          <ac:picMkLst>
            <pc:docMk/>
            <pc:sldMk cId="2079254503" sldId="323"/>
            <ac:picMk id="19" creationId="{D6A46892-CC4D-5A5E-8F79-F2F2223989AC}"/>
          </ac:picMkLst>
        </pc:picChg>
      </pc:sldChg>
    </pc:docChg>
  </pc:docChgLst>
  <pc:docChgLst>
    <pc:chgData name="Joseph Putz" userId="S::joseph.putz@smoothstack.com::4a248c09-e3f6-4291-bd54-1ef81319d961" providerId="AD" clId="Web-{1B9401BB-657D-4E6A-E9AF-5A0281A0E485}"/>
    <pc:docChg chg="modSld">
      <pc:chgData name="Joseph Putz" userId="S::joseph.putz@smoothstack.com::4a248c09-e3f6-4291-bd54-1ef81319d961" providerId="AD" clId="Web-{1B9401BB-657D-4E6A-E9AF-5A0281A0E485}" dt="2024-05-28T13:58:35.150" v="37" actId="20577"/>
      <pc:docMkLst>
        <pc:docMk/>
      </pc:docMkLst>
      <pc:sldChg chg="modSp">
        <pc:chgData name="Joseph Putz" userId="S::joseph.putz@smoothstack.com::4a248c09-e3f6-4291-bd54-1ef81319d961" providerId="AD" clId="Web-{1B9401BB-657D-4E6A-E9AF-5A0281A0E485}" dt="2024-05-28T13:53:27.992" v="35" actId="20577"/>
        <pc:sldMkLst>
          <pc:docMk/>
          <pc:sldMk cId="228873845" sldId="302"/>
        </pc:sldMkLst>
        <pc:spChg chg="mod">
          <ac:chgData name="Joseph Putz" userId="S::joseph.putz@smoothstack.com::4a248c09-e3f6-4291-bd54-1ef81319d961" providerId="AD" clId="Web-{1B9401BB-657D-4E6A-E9AF-5A0281A0E485}" dt="2024-05-28T13:53:27.992" v="35" actId="20577"/>
          <ac:spMkLst>
            <pc:docMk/>
            <pc:sldMk cId="228873845" sldId="302"/>
            <ac:spMk id="4" creationId="{58F8013E-525A-D7F0-C4D1-B70E52B83371}"/>
          </ac:spMkLst>
        </pc:spChg>
      </pc:sldChg>
      <pc:sldChg chg="modSp">
        <pc:chgData name="Joseph Putz" userId="S::joseph.putz@smoothstack.com::4a248c09-e3f6-4291-bd54-1ef81319d961" providerId="AD" clId="Web-{1B9401BB-657D-4E6A-E9AF-5A0281A0E485}" dt="2024-05-28T13:40:19.129" v="5" actId="20577"/>
        <pc:sldMkLst>
          <pc:docMk/>
          <pc:sldMk cId="4231161641" sldId="306"/>
        </pc:sldMkLst>
        <pc:spChg chg="mod">
          <ac:chgData name="Joseph Putz" userId="S::joseph.putz@smoothstack.com::4a248c09-e3f6-4291-bd54-1ef81319d961" providerId="AD" clId="Web-{1B9401BB-657D-4E6A-E9AF-5A0281A0E485}" dt="2024-05-28T13:40:19.129" v="5" actId="20577"/>
          <ac:spMkLst>
            <pc:docMk/>
            <pc:sldMk cId="4231161641" sldId="306"/>
            <ac:spMk id="4" creationId="{58F8013E-525A-D7F0-C4D1-B70E52B83371}"/>
          </ac:spMkLst>
        </pc:spChg>
      </pc:sldChg>
      <pc:sldChg chg="modSp">
        <pc:chgData name="Joseph Putz" userId="S::joseph.putz@smoothstack.com::4a248c09-e3f6-4291-bd54-1ef81319d961" providerId="AD" clId="Web-{1B9401BB-657D-4E6A-E9AF-5A0281A0E485}" dt="2024-05-28T13:58:35.150" v="37" actId="20577"/>
        <pc:sldMkLst>
          <pc:docMk/>
          <pc:sldMk cId="1680601028" sldId="307"/>
        </pc:sldMkLst>
        <pc:spChg chg="mod">
          <ac:chgData name="Joseph Putz" userId="S::joseph.putz@smoothstack.com::4a248c09-e3f6-4291-bd54-1ef81319d961" providerId="AD" clId="Web-{1B9401BB-657D-4E6A-E9AF-5A0281A0E485}" dt="2024-05-28T13:58:35.150" v="37" actId="20577"/>
          <ac:spMkLst>
            <pc:docMk/>
            <pc:sldMk cId="1680601028" sldId="307"/>
            <ac:spMk id="17" creationId="{23256A91-0195-693D-23DB-3E19C2AB9878}"/>
          </ac:spMkLst>
        </pc:spChg>
      </pc:sldChg>
    </pc:docChg>
  </pc:docChgLst>
  <pc:docChgLst>
    <pc:chgData name="Jorge Canales" userId="S::jorge.canales@smoothstack.com::87a87ffe-d768-4732-be85-9b52b4273a67" providerId="AD" clId="Web-{5F151CD2-6D34-B8A4-5F7C-1F7768D77119}"/>
    <pc:docChg chg="delSld modSld">
      <pc:chgData name="Jorge Canales" userId="S::jorge.canales@smoothstack.com::87a87ffe-d768-4732-be85-9b52b4273a67" providerId="AD" clId="Web-{5F151CD2-6D34-B8A4-5F7C-1F7768D77119}" dt="2024-06-11T01:40:37.952" v="6" actId="20577"/>
      <pc:docMkLst>
        <pc:docMk/>
      </pc:docMkLst>
      <pc:sldChg chg="modSp">
        <pc:chgData name="Jorge Canales" userId="S::jorge.canales@smoothstack.com::87a87ffe-d768-4732-be85-9b52b4273a67" providerId="AD" clId="Web-{5F151CD2-6D34-B8A4-5F7C-1F7768D77119}" dt="2024-06-11T01:40:37.952" v="6" actId="20577"/>
        <pc:sldMkLst>
          <pc:docMk/>
          <pc:sldMk cId="0" sldId="263"/>
        </pc:sldMkLst>
        <pc:spChg chg="mod">
          <ac:chgData name="Jorge Canales" userId="S::jorge.canales@smoothstack.com::87a87ffe-d768-4732-be85-9b52b4273a67" providerId="AD" clId="Web-{5F151CD2-6D34-B8A4-5F7C-1F7768D77119}" dt="2024-06-11T01:40:37.952" v="6" actId="20577"/>
          <ac:spMkLst>
            <pc:docMk/>
            <pc:sldMk cId="0" sldId="263"/>
            <ac:spMk id="2052" creationId="{00000000-0000-0000-0000-000000000000}"/>
          </ac:spMkLst>
        </pc:spChg>
      </pc:sldChg>
      <pc:sldChg chg="del">
        <pc:chgData name="Jorge Canales" userId="S::jorge.canales@smoothstack.com::87a87ffe-d768-4732-be85-9b52b4273a67" providerId="AD" clId="Web-{5F151CD2-6D34-B8A4-5F7C-1F7768D77119}" dt="2024-06-11T01:40:21.076" v="0"/>
        <pc:sldMkLst>
          <pc:docMk/>
          <pc:sldMk cId="1798266523" sldId="315"/>
        </pc:sldMkLst>
      </pc:sldChg>
      <pc:sldChg chg="del">
        <pc:chgData name="Jorge Canales" userId="S::jorge.canales@smoothstack.com::87a87ffe-d768-4732-be85-9b52b4273a67" providerId="AD" clId="Web-{5F151CD2-6D34-B8A4-5F7C-1F7768D77119}" dt="2024-06-11T01:40:21.076" v="1"/>
        <pc:sldMkLst>
          <pc:docMk/>
          <pc:sldMk cId="1357983747" sldId="316"/>
        </pc:sldMkLst>
      </pc:sldChg>
      <pc:sldChg chg="del">
        <pc:chgData name="Jorge Canales" userId="S::jorge.canales@smoothstack.com::87a87ffe-d768-4732-be85-9b52b4273a67" providerId="AD" clId="Web-{5F151CD2-6D34-B8A4-5F7C-1F7768D77119}" dt="2024-06-11T01:40:21.076" v="2"/>
        <pc:sldMkLst>
          <pc:docMk/>
          <pc:sldMk cId="1432912687" sldId="317"/>
        </pc:sldMkLst>
      </pc:sldChg>
      <pc:sldChg chg="del">
        <pc:chgData name="Jorge Canales" userId="S::jorge.canales@smoothstack.com::87a87ffe-d768-4732-be85-9b52b4273a67" providerId="AD" clId="Web-{5F151CD2-6D34-B8A4-5F7C-1F7768D77119}" dt="2024-06-11T01:40:21.092" v="3"/>
        <pc:sldMkLst>
          <pc:docMk/>
          <pc:sldMk cId="2881344266" sldId="318"/>
        </pc:sldMkLst>
      </pc:sldChg>
    </pc:docChg>
  </pc:docChgLst>
  <pc:docChgLst>
    <pc:chgData name="Mehedi Meem" userId="S::mehedi.meem@smoothstack.com::d7c30155-31ca-4830-b05e-9d083b03bd2e" providerId="AD" clId="Web-{F765F562-7F7B-292E-F82F-265F48FF78C8}"/>
    <pc:docChg chg="modSld">
      <pc:chgData name="Mehedi Meem" userId="S::mehedi.meem@smoothstack.com::d7c30155-31ca-4830-b05e-9d083b03bd2e" providerId="AD" clId="Web-{F765F562-7F7B-292E-F82F-265F48FF78C8}" dt="2024-05-28T13:16:32.893" v="13" actId="20577"/>
      <pc:docMkLst>
        <pc:docMk/>
      </pc:docMkLst>
      <pc:sldChg chg="modSp">
        <pc:chgData name="Mehedi Meem" userId="S::mehedi.meem@smoothstack.com::d7c30155-31ca-4830-b05e-9d083b03bd2e" providerId="AD" clId="Web-{F765F562-7F7B-292E-F82F-265F48FF78C8}" dt="2024-05-28T13:16:32.893" v="13" actId="20577"/>
        <pc:sldMkLst>
          <pc:docMk/>
          <pc:sldMk cId="655573721" sldId="300"/>
        </pc:sldMkLst>
        <pc:spChg chg="mod">
          <ac:chgData name="Mehedi Meem" userId="S::mehedi.meem@smoothstack.com::d7c30155-31ca-4830-b05e-9d083b03bd2e" providerId="AD" clId="Web-{F765F562-7F7B-292E-F82F-265F48FF78C8}" dt="2024-05-28T13:16:32.893" v="13" actId="20577"/>
          <ac:spMkLst>
            <pc:docMk/>
            <pc:sldMk cId="655573721" sldId="300"/>
            <ac:spMk id="3" creationId="{AAB4572D-C75B-3419-252A-809B0C281CED}"/>
          </ac:spMkLst>
        </pc:spChg>
      </pc:sldChg>
    </pc:docChg>
  </pc:docChgLst>
  <pc:docChgLst>
    <pc:chgData name="Lucas Rosa De Souza" userId="S::lucas.souza@smoothstack.com::afe5cc03-0051-4370-ad7f-981e7c1d407a" providerId="AD" clId="Web-{C2E6B6FE-A650-CCDD-B760-36C053589694}"/>
    <pc:docChg chg="modSld sldOrd">
      <pc:chgData name="Lucas Rosa De Souza" userId="S::lucas.souza@smoothstack.com::afe5cc03-0051-4370-ad7f-981e7c1d407a" providerId="AD" clId="Web-{C2E6B6FE-A650-CCDD-B760-36C053589694}" dt="2024-05-27T17:35:02.395" v="265" actId="20577"/>
      <pc:docMkLst>
        <pc:docMk/>
      </pc:docMkLst>
      <pc:sldChg chg="modSp">
        <pc:chgData name="Lucas Rosa De Souza" userId="S::lucas.souza@smoothstack.com::afe5cc03-0051-4370-ad7f-981e7c1d407a" providerId="AD" clId="Web-{C2E6B6FE-A650-CCDD-B760-36C053589694}" dt="2024-05-27T17:11:12.666" v="231" actId="20577"/>
        <pc:sldMkLst>
          <pc:docMk/>
          <pc:sldMk cId="0" sldId="263"/>
        </pc:sldMkLst>
        <pc:spChg chg="mod">
          <ac:chgData name="Lucas Rosa De Souza" userId="S::lucas.souza@smoothstack.com::afe5cc03-0051-4370-ad7f-981e7c1d407a" providerId="AD" clId="Web-{C2E6B6FE-A650-CCDD-B760-36C053589694}" dt="2024-05-27T17:11:12.666" v="231" actId="20577"/>
          <ac:spMkLst>
            <pc:docMk/>
            <pc:sldMk cId="0" sldId="263"/>
            <ac:spMk id="2" creationId="{A344E957-EAC3-950D-0C67-8261891C4C63}"/>
          </ac:spMkLst>
        </pc:spChg>
      </pc:sldChg>
      <pc:sldChg chg="ord">
        <pc:chgData name="Lucas Rosa De Souza" userId="S::lucas.souza@smoothstack.com::afe5cc03-0051-4370-ad7f-981e7c1d407a" providerId="AD" clId="Web-{C2E6B6FE-A650-CCDD-B760-36C053589694}" dt="2024-05-27T17:12:42.938" v="232"/>
        <pc:sldMkLst>
          <pc:docMk/>
          <pc:sldMk cId="4231161641" sldId="306"/>
        </pc:sldMkLst>
      </pc:sldChg>
      <pc:sldChg chg="delSp modSp">
        <pc:chgData name="Lucas Rosa De Souza" userId="S::lucas.souza@smoothstack.com::afe5cc03-0051-4370-ad7f-981e7c1d407a" providerId="AD" clId="Web-{C2E6B6FE-A650-CCDD-B760-36C053589694}" dt="2024-05-27T17:35:02.395" v="265" actId="20577"/>
        <pc:sldMkLst>
          <pc:docMk/>
          <pc:sldMk cId="1357983747" sldId="316"/>
        </pc:sldMkLst>
        <pc:spChg chg="mod">
          <ac:chgData name="Lucas Rosa De Souza" userId="S::lucas.souza@smoothstack.com::afe5cc03-0051-4370-ad7f-981e7c1d407a" providerId="AD" clId="Web-{C2E6B6FE-A650-CCDD-B760-36C053589694}" dt="2024-05-27T17:35:02.395" v="265" actId="20577"/>
          <ac:spMkLst>
            <pc:docMk/>
            <pc:sldMk cId="1357983747" sldId="316"/>
            <ac:spMk id="17" creationId="{23256A91-0195-693D-23DB-3E19C2AB9878}"/>
          </ac:spMkLst>
        </pc:spChg>
        <pc:spChg chg="del">
          <ac:chgData name="Lucas Rosa De Souza" userId="S::lucas.souza@smoothstack.com::afe5cc03-0051-4370-ad7f-981e7c1d407a" providerId="AD" clId="Web-{C2E6B6FE-A650-CCDD-B760-36C053589694}" dt="2024-05-27T17:33:39.014" v="249"/>
          <ac:spMkLst>
            <pc:docMk/>
            <pc:sldMk cId="1357983747" sldId="316"/>
            <ac:spMk id="19" creationId="{0E3D61B1-957B-0A53-DA1B-9E890D9F14FB}"/>
          </ac:spMkLst>
        </pc:spChg>
      </pc:sldChg>
      <pc:sldChg chg="modSp">
        <pc:chgData name="Lucas Rosa De Souza" userId="S::lucas.souza@smoothstack.com::afe5cc03-0051-4370-ad7f-981e7c1d407a" providerId="AD" clId="Web-{C2E6B6FE-A650-CCDD-B760-36C053589694}" dt="2024-05-27T17:02:39.452" v="147" actId="20577"/>
        <pc:sldMkLst>
          <pc:docMk/>
          <pc:sldMk cId="1432912687" sldId="317"/>
        </pc:sldMkLst>
        <pc:spChg chg="mod">
          <ac:chgData name="Lucas Rosa De Souza" userId="S::lucas.souza@smoothstack.com::afe5cc03-0051-4370-ad7f-981e7c1d407a" providerId="AD" clId="Web-{C2E6B6FE-A650-CCDD-B760-36C053589694}" dt="2024-05-27T17:02:39.452" v="147" actId="20577"/>
          <ac:spMkLst>
            <pc:docMk/>
            <pc:sldMk cId="1432912687" sldId="317"/>
            <ac:spMk id="4" creationId="{58F8013E-525A-D7F0-C4D1-B70E52B83371}"/>
          </ac:spMkLst>
        </pc:spChg>
      </pc:sldChg>
      <pc:sldChg chg="modSp">
        <pc:chgData name="Lucas Rosa De Souza" userId="S::lucas.souza@smoothstack.com::afe5cc03-0051-4370-ad7f-981e7c1d407a" providerId="AD" clId="Web-{C2E6B6FE-A650-CCDD-B760-36C053589694}" dt="2024-05-27T17:09:00.473" v="210" actId="20577"/>
        <pc:sldMkLst>
          <pc:docMk/>
          <pc:sldMk cId="2881344266" sldId="318"/>
        </pc:sldMkLst>
        <pc:spChg chg="mod">
          <ac:chgData name="Lucas Rosa De Souza" userId="S::lucas.souza@smoothstack.com::afe5cc03-0051-4370-ad7f-981e7c1d407a" providerId="AD" clId="Web-{C2E6B6FE-A650-CCDD-B760-36C053589694}" dt="2024-05-27T17:09:00.473" v="210" actId="20577"/>
          <ac:spMkLst>
            <pc:docMk/>
            <pc:sldMk cId="2881344266" sldId="318"/>
            <ac:spMk id="4" creationId="{58F8013E-525A-D7F0-C4D1-B70E52B83371}"/>
          </ac:spMkLst>
        </pc:spChg>
      </pc:sldChg>
      <pc:sldChg chg="modSp">
        <pc:chgData name="Lucas Rosa De Souza" userId="S::lucas.souza@smoothstack.com::afe5cc03-0051-4370-ad7f-981e7c1d407a" providerId="AD" clId="Web-{C2E6B6FE-A650-CCDD-B760-36C053589694}" dt="2024-05-27T17:32:43.151" v="236" actId="20577"/>
        <pc:sldMkLst>
          <pc:docMk/>
          <pc:sldMk cId="2045569583" sldId="320"/>
        </pc:sldMkLst>
        <pc:spChg chg="mod">
          <ac:chgData name="Lucas Rosa De Souza" userId="S::lucas.souza@smoothstack.com::afe5cc03-0051-4370-ad7f-981e7c1d407a" providerId="AD" clId="Web-{C2E6B6FE-A650-CCDD-B760-36C053589694}" dt="2024-05-27T17:32:43.151" v="236" actId="20577"/>
          <ac:spMkLst>
            <pc:docMk/>
            <pc:sldMk cId="2045569583" sldId="320"/>
            <ac:spMk id="17" creationId="{23256A91-0195-693D-23DB-3E19C2AB98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12766eec700_6_2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tabLst/>
              <a:defRPr/>
            </a:pPr>
            <a:endParaRPr lang="en-US">
              <a:solidFill>
                <a:srgbClr val="222222"/>
              </a:solidFill>
            </a:endParaRPr>
          </a:p>
        </p:txBody>
      </p:sp>
      <p:sp>
        <p:nvSpPr>
          <p:cNvPr id="2044" name="Google Shape;2044;g12766eec700_6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12766eec700_6_2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9700" indent="0">
              <a:lnSpc>
                <a:spcPct val="115000"/>
              </a:lnSpc>
              <a:buClr>
                <a:srgbClr val="222222"/>
              </a:buClr>
              <a:defRPr/>
            </a:pPr>
            <a:r>
              <a:rPr lang="en-US">
                <a:solidFill>
                  <a:srgbClr val="222222"/>
                </a:solidFill>
              </a:rPr>
              <a:t>Python, </a:t>
            </a:r>
            <a:r>
              <a:rPr lang="en-US" err="1">
                <a:solidFill>
                  <a:srgbClr val="222222"/>
                </a:solidFill>
              </a:rPr>
              <a:t>fargate</a:t>
            </a:r>
            <a:r>
              <a:rPr lang="en-US">
                <a:solidFill>
                  <a:srgbClr val="222222"/>
                </a:solidFill>
              </a:rPr>
              <a:t>, </a:t>
            </a:r>
            <a:r>
              <a:rPr lang="en-US" err="1">
                <a:solidFill>
                  <a:srgbClr val="222222"/>
                </a:solidFill>
              </a:rPr>
              <a:t>gitlab</a:t>
            </a:r>
            <a:r>
              <a:rPr lang="en-US">
                <a:solidFill>
                  <a:srgbClr val="222222"/>
                </a:solidFill>
              </a:rPr>
              <a:t>, draw.io, terraform, </a:t>
            </a:r>
            <a:r>
              <a:rPr lang="en-US" err="1">
                <a:solidFill>
                  <a:srgbClr val="222222"/>
                </a:solidFill>
              </a:rPr>
              <a:t>mysql</a:t>
            </a:r>
            <a:r>
              <a:rPr lang="en-US">
                <a:solidFill>
                  <a:srgbClr val="222222"/>
                </a:solidFill>
              </a:rPr>
              <a:t>, docker, </a:t>
            </a:r>
            <a:r>
              <a:rPr lang="en-US" err="1">
                <a:solidFill>
                  <a:srgbClr val="222222"/>
                </a:solidFill>
              </a:rPr>
              <a:t>kubernetes</a:t>
            </a:r>
            <a:r>
              <a:rPr lang="en-US">
                <a:solidFill>
                  <a:srgbClr val="222222"/>
                </a:solidFill>
              </a:rPr>
              <a:t>, </a:t>
            </a:r>
            <a:r>
              <a:rPr lang="en-US" err="1">
                <a:solidFill>
                  <a:srgbClr val="222222"/>
                </a:solidFill>
              </a:rPr>
              <a:t>minikube</a:t>
            </a:r>
            <a:r>
              <a:rPr lang="en-US">
                <a:solidFill>
                  <a:srgbClr val="222222"/>
                </a:solidFill>
              </a:rPr>
              <a:t>, amazon </a:t>
            </a:r>
            <a:r>
              <a:rPr lang="en-US" err="1">
                <a:solidFill>
                  <a:srgbClr val="222222"/>
                </a:solidFill>
              </a:rPr>
              <a:t>aws</a:t>
            </a:r>
            <a:r>
              <a:rPr lang="en-US">
                <a:solidFill>
                  <a:srgbClr val="222222"/>
                </a:solidFill>
              </a:rPr>
              <a:t> services (EC2, RDS, ECS, EKS, ECR)</a:t>
            </a:r>
          </a:p>
        </p:txBody>
      </p:sp>
      <p:sp>
        <p:nvSpPr>
          <p:cNvPr id="2044" name="Google Shape;2044;g12766eec700_6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94032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12766eec700_6_2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tabLst/>
              <a:defRPr/>
            </a:pPr>
            <a:endParaRPr lang="en-US">
              <a:solidFill>
                <a:srgbClr val="222222"/>
              </a:solidFill>
            </a:endParaRPr>
          </a:p>
        </p:txBody>
      </p:sp>
      <p:sp>
        <p:nvSpPr>
          <p:cNvPr id="2044" name="Google Shape;2044;g12766eec700_6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57716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12766eec700_6_2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tabLst/>
              <a:defRPr/>
            </a:pPr>
            <a:endParaRPr lang="en-US">
              <a:solidFill>
                <a:srgbClr val="222222"/>
              </a:solidFill>
            </a:endParaRPr>
          </a:p>
        </p:txBody>
      </p:sp>
      <p:sp>
        <p:nvSpPr>
          <p:cNvPr id="2044" name="Google Shape;2044;g12766eec700_6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26437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12766eec700_6_2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285750">
              <a:spcBef>
                <a:spcPts val="1000"/>
              </a:spcBef>
              <a:spcAft>
                <a:spcPts val="600"/>
              </a:spcAft>
              <a:buFont typeface="Arial,Sans-Serif"/>
              <a:buChar char="►"/>
              <a:defRPr/>
            </a:pPr>
            <a:endParaRPr lang="en-US">
              <a:solidFill>
                <a:srgbClr val="222222"/>
              </a:solidFill>
            </a:endParaRPr>
          </a:p>
        </p:txBody>
      </p:sp>
      <p:sp>
        <p:nvSpPr>
          <p:cNvPr id="2044" name="Google Shape;2044;g12766eec700_6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78064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12766eec700_6_2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tabLst/>
              <a:defRPr/>
            </a:pPr>
            <a:endParaRPr lang="en-US">
              <a:solidFill>
                <a:srgbClr val="222222"/>
              </a:solidFill>
            </a:endParaRPr>
          </a:p>
        </p:txBody>
      </p:sp>
      <p:sp>
        <p:nvSpPr>
          <p:cNvPr id="2044" name="Google Shape;2044;g12766eec700_6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66021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12766eec700_6_2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tabLst/>
              <a:defRPr/>
            </a:pPr>
            <a:endParaRPr lang="en-US">
              <a:solidFill>
                <a:srgbClr val="222222"/>
              </a:solidFill>
            </a:endParaRPr>
          </a:p>
        </p:txBody>
      </p:sp>
      <p:sp>
        <p:nvSpPr>
          <p:cNvPr id="2044" name="Google Shape;2044;g12766eec700_6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63292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12766eec700_6_2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tabLst/>
              <a:defRPr/>
            </a:pPr>
            <a:endParaRPr lang="en-US">
              <a:solidFill>
                <a:srgbClr val="222222"/>
              </a:solidFill>
            </a:endParaRPr>
          </a:p>
        </p:txBody>
      </p:sp>
      <p:sp>
        <p:nvSpPr>
          <p:cNvPr id="2044" name="Google Shape;2044;g12766eec700_6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61760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12766eec700_6_2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  <a:tabLst/>
              <a:defRPr/>
            </a:pPr>
            <a:endParaRPr lang="en-US">
              <a:solidFill>
                <a:srgbClr val="222222"/>
              </a:solidFill>
            </a:endParaRPr>
          </a:p>
        </p:txBody>
      </p:sp>
      <p:sp>
        <p:nvSpPr>
          <p:cNvPr id="2044" name="Google Shape;2044;g12766eec700_6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72441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g12766eec700_6_197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7" name="Google Shape;2237;g12766eec700_6_1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tx">
  <p:cSld name="TITLE_AND_BODY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2" name="Google Shape;1002;p1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19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•"/>
              <a:defRPr sz="3000"/>
            </a:lvl1pPr>
            <a:lvl2pPr marL="914400" lvl="1" indent="-419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•"/>
              <a:defRPr sz="3000"/>
            </a:lvl2pPr>
            <a:lvl3pPr marL="1371600" lvl="2" indent="-419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•"/>
              <a:defRPr sz="3000"/>
            </a:lvl3pPr>
            <a:lvl4pPr marL="1828800" lvl="3" indent="-419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•"/>
              <a:defRPr sz="3000"/>
            </a:lvl4pPr>
            <a:lvl5pPr marL="2286000" lvl="4" indent="-419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•"/>
              <a:defRPr sz="3000"/>
            </a:lvl5pPr>
            <a:lvl6pPr marL="2743200" lvl="5" indent="-419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•"/>
              <a:defRPr sz="3000"/>
            </a:lvl6pPr>
            <a:lvl7pPr marL="3200400" lvl="6" indent="-419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•"/>
              <a:defRPr sz="3000"/>
            </a:lvl7pPr>
            <a:lvl8pPr marL="3657600" lvl="7" indent="-419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•"/>
              <a:defRPr sz="3000"/>
            </a:lvl8pPr>
            <a:lvl9pPr marL="4114800" lvl="8" indent="-419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•"/>
              <a:defRPr sz="3000"/>
            </a:lvl9pPr>
          </a:lstStyle>
          <a:p>
            <a:endParaRPr/>
          </a:p>
        </p:txBody>
      </p:sp>
      <p:sp>
        <p:nvSpPr>
          <p:cNvPr id="1003" name="Google Shape;1003;p114"/>
          <p:cNvSpPr txBox="1">
            <a:spLocks noGrp="1"/>
          </p:cNvSpPr>
          <p:nvPr>
            <p:ph type="sldNum" idx="12"/>
          </p:nvPr>
        </p:nvSpPr>
        <p:spPr>
          <a:xfrm>
            <a:off x="11080186" y="6406806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F2A56"/>
              </a:gs>
              <a:gs pos="98000">
                <a:srgbClr val="1E22AA"/>
              </a:gs>
              <a:gs pos="100000">
                <a:srgbClr val="1E22AA"/>
              </a:gs>
            </a:gsLst>
            <a:lin ang="13500032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06" name="Google Shape;1006;p115" descr="Google Shape;3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83040" y="359964"/>
            <a:ext cx="2657986" cy="366939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115"/>
          <p:cNvSpPr txBox="1">
            <a:spLocks noGrp="1"/>
          </p:cNvSpPr>
          <p:nvPr>
            <p:ph type="sldNum" idx="12"/>
          </p:nvPr>
        </p:nvSpPr>
        <p:spPr>
          <a:xfrm>
            <a:off x="8463986" y="6224244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F2A56"/>
              </a:gs>
              <a:gs pos="98000">
                <a:srgbClr val="1E22AA"/>
              </a:gs>
              <a:gs pos="100000">
                <a:srgbClr val="1E22AA"/>
              </a:gs>
            </a:gsLst>
            <a:lin ang="13500032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10" name="Google Shape;1010;p116" descr="Google Shape;43;p41"/>
          <p:cNvPicPr preferRelativeResize="0"/>
          <p:nvPr/>
        </p:nvPicPr>
        <p:blipFill rotWithShape="1">
          <a:blip r:embed="rId2">
            <a:alphaModFix/>
          </a:blip>
          <a:srcRect r="3605"/>
          <a:stretch/>
        </p:blipFill>
        <p:spPr>
          <a:xfrm>
            <a:off x="6280609" y="544428"/>
            <a:ext cx="5911394" cy="5220346"/>
          </a:xfrm>
          <a:prstGeom prst="rect">
            <a:avLst/>
          </a:prstGeom>
          <a:noFill/>
          <a:ln>
            <a:noFill/>
          </a:ln>
          <a:effectLst>
            <a:reflection stA="70000" endPos="40000" fadeDir="5400012" sy="-100000" algn="bl" rotWithShape="0"/>
          </a:effectLst>
        </p:spPr>
      </p:pic>
      <p:pic>
        <p:nvPicPr>
          <p:cNvPr id="1011" name="Google Shape;1011;p116" descr="Google Shape;4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4030" y="734435"/>
            <a:ext cx="4209905" cy="581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116"/>
          <p:cNvSpPr/>
          <p:nvPr/>
        </p:nvSpPr>
        <p:spPr>
          <a:xfrm>
            <a:off x="0" y="1721495"/>
            <a:ext cx="12192012" cy="435483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286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1024" y="21600"/>
                  <a:pt x="20314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576" y="0"/>
                  <a:pt x="1286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3" name="Google Shape;1013;p116"/>
          <p:cNvSpPr/>
          <p:nvPr/>
        </p:nvSpPr>
        <p:spPr>
          <a:xfrm>
            <a:off x="230188" y="1912218"/>
            <a:ext cx="11731608" cy="397337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219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1054" y="21600"/>
                  <a:pt x="20381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546" y="0"/>
                  <a:pt x="12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4" name="Google Shape;1014;p116"/>
          <p:cNvSpPr txBox="1">
            <a:spLocks noGrp="1"/>
          </p:cNvSpPr>
          <p:nvPr>
            <p:ph type="sldNum" idx="12"/>
          </p:nvPr>
        </p:nvSpPr>
        <p:spPr>
          <a:xfrm>
            <a:off x="8463986" y="6224244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">
  <p:cSld name="4_Custom Layout_1"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17"/>
          <p:cNvSpPr txBox="1"/>
          <p:nvPr/>
        </p:nvSpPr>
        <p:spPr>
          <a:xfrm>
            <a:off x="0" y="0"/>
            <a:ext cx="12192000" cy="1956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18"/>
          <p:cNvSpPr txBox="1">
            <a:spLocks noGrp="1"/>
          </p:cNvSpPr>
          <p:nvPr>
            <p:ph type="title"/>
          </p:nvPr>
        </p:nvSpPr>
        <p:spPr>
          <a:xfrm>
            <a:off x="838200" y="5608930"/>
            <a:ext cx="105156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Open Sans"/>
              <a:buNone/>
              <a:defRPr>
                <a:solidFill>
                  <a:srgbClr val="F2F2F2"/>
                </a:solidFill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019" name="Google Shape;1019;p118" descr="Google Shape;21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0274" y="232978"/>
            <a:ext cx="3454568" cy="475391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118"/>
          <p:cNvSpPr txBox="1"/>
          <p:nvPr/>
        </p:nvSpPr>
        <p:spPr>
          <a:xfrm>
            <a:off x="930820" y="2323951"/>
            <a:ext cx="37410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pen Sans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Slide Title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18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>
            <a:gsLst>
              <a:gs pos="0">
                <a:srgbClr val="3F2A56"/>
              </a:gs>
              <a:gs pos="100000">
                <a:srgbClr val="1E22AA"/>
              </a:gs>
            </a:gsLst>
            <a:lin ang="10800025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2" name="Google Shape;1022;p118"/>
          <p:cNvSpPr txBox="1">
            <a:spLocks noGrp="1"/>
          </p:cNvSpPr>
          <p:nvPr>
            <p:ph type="sldNum" idx="12"/>
          </p:nvPr>
        </p:nvSpPr>
        <p:spPr>
          <a:xfrm>
            <a:off x="8463986" y="6224244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1">
  <p:cSld name="TITLE_AND_BODY_1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19"/>
          <p:cNvSpPr txBox="1">
            <a:spLocks noGrp="1"/>
          </p:cNvSpPr>
          <p:nvPr>
            <p:ph type="title"/>
          </p:nvPr>
        </p:nvSpPr>
        <p:spPr>
          <a:xfrm>
            <a:off x="838200" y="5608930"/>
            <a:ext cx="105156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Calibri"/>
              <a:buNone/>
              <a:defRPr>
                <a:solidFill>
                  <a:srgbClr val="F2F2F2"/>
                </a:solidFill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pic>
        <p:nvPicPr>
          <p:cNvPr id="1025" name="Google Shape;1025;p119" descr="Google Shape;21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0274" y="232978"/>
            <a:ext cx="3454568" cy="475391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119"/>
          <p:cNvSpPr txBox="1"/>
          <p:nvPr/>
        </p:nvSpPr>
        <p:spPr>
          <a:xfrm>
            <a:off x="930820" y="2323951"/>
            <a:ext cx="37410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Slide Title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119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>
            <a:gsLst>
              <a:gs pos="0">
                <a:srgbClr val="3F2A56"/>
              </a:gs>
              <a:gs pos="100000">
                <a:srgbClr val="1E22AA"/>
              </a:gs>
            </a:gsLst>
            <a:lin ang="10800025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19"/>
          <p:cNvSpPr txBox="1">
            <a:spLocks noGrp="1"/>
          </p:cNvSpPr>
          <p:nvPr>
            <p:ph type="sldNum" idx="12"/>
          </p:nvPr>
        </p:nvSpPr>
        <p:spPr>
          <a:xfrm>
            <a:off x="8463986" y="6224244"/>
            <a:ext cx="2736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120"/>
          <p:cNvSpPr txBox="1"/>
          <p:nvPr/>
        </p:nvSpPr>
        <p:spPr>
          <a:xfrm>
            <a:off x="930820" y="2323951"/>
            <a:ext cx="37410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pen Sans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Slide Title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12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>
            <a:gsLst>
              <a:gs pos="0">
                <a:srgbClr val="3F2A56"/>
              </a:gs>
              <a:gs pos="100000">
                <a:srgbClr val="1E22AA"/>
              </a:gs>
            </a:gsLst>
            <a:lin ang="10800025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2" name="Google Shape;1032;p120"/>
          <p:cNvSpPr txBox="1">
            <a:spLocks noGrp="1"/>
          </p:cNvSpPr>
          <p:nvPr>
            <p:ph type="sldNum" idx="12"/>
          </p:nvPr>
        </p:nvSpPr>
        <p:spPr>
          <a:xfrm>
            <a:off x="8463986" y="6224244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 Layout_1"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21"/>
          <p:cNvSpPr txBox="1">
            <a:spLocks noGrp="1"/>
          </p:cNvSpPr>
          <p:nvPr>
            <p:ph type="subTitle" idx="1"/>
          </p:nvPr>
        </p:nvSpPr>
        <p:spPr>
          <a:xfrm>
            <a:off x="876755" y="2010256"/>
            <a:ext cx="6008700" cy="3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35" name="Google Shape;1035;p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4128" y="289903"/>
            <a:ext cx="2973879" cy="409239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121"/>
          <p:cNvSpPr/>
          <p:nvPr/>
        </p:nvSpPr>
        <p:spPr>
          <a:xfrm rot="5400000">
            <a:off x="-3217152" y="3200398"/>
            <a:ext cx="6858000" cy="457200"/>
          </a:xfrm>
          <a:prstGeom prst="rect">
            <a:avLst/>
          </a:prstGeom>
          <a:gradFill>
            <a:gsLst>
              <a:gs pos="0">
                <a:srgbClr val="3F2A56"/>
              </a:gs>
              <a:gs pos="100000">
                <a:srgbClr val="1E22AA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F2A56"/>
              </a:gs>
              <a:gs pos="98000">
                <a:srgbClr val="1E22AA"/>
              </a:gs>
              <a:gs pos="100000">
                <a:srgbClr val="1E22AA"/>
              </a:gs>
            </a:gsLst>
            <a:lin ang="13500032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39" name="Google Shape;1039;p122" descr="Google Shape;57;p44"/>
          <p:cNvPicPr preferRelativeResize="0"/>
          <p:nvPr/>
        </p:nvPicPr>
        <p:blipFill rotWithShape="1">
          <a:blip r:embed="rId2">
            <a:alphaModFix/>
          </a:blip>
          <a:srcRect r="3605"/>
          <a:stretch/>
        </p:blipFill>
        <p:spPr>
          <a:xfrm>
            <a:off x="6280609" y="544428"/>
            <a:ext cx="5911394" cy="5220346"/>
          </a:xfrm>
          <a:prstGeom prst="rect">
            <a:avLst/>
          </a:prstGeom>
          <a:noFill/>
          <a:ln>
            <a:noFill/>
          </a:ln>
          <a:effectLst>
            <a:reflection stA="70000" endPos="40000" fadeDir="5400012" sy="-100000" algn="bl" rotWithShape="0"/>
          </a:effectLst>
        </p:spPr>
      </p:pic>
      <p:pic>
        <p:nvPicPr>
          <p:cNvPr id="1040" name="Google Shape;1040;p122" descr="Google Shape;5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4030" y="734435"/>
            <a:ext cx="4209905" cy="581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122"/>
          <p:cNvSpPr txBox="1">
            <a:spLocks noGrp="1"/>
          </p:cNvSpPr>
          <p:nvPr>
            <p:ph type="title"/>
          </p:nvPr>
        </p:nvSpPr>
        <p:spPr>
          <a:xfrm>
            <a:off x="1028700" y="1231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42" name="Google Shape;1042;p122"/>
          <p:cNvSpPr txBox="1">
            <a:spLocks noGrp="1"/>
          </p:cNvSpPr>
          <p:nvPr>
            <p:ph type="sldNum" idx="12"/>
          </p:nvPr>
        </p:nvSpPr>
        <p:spPr>
          <a:xfrm>
            <a:off x="8463986" y="6224244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Google Shape;1044;p123" descr="Google Shape;48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72625" y="289904"/>
            <a:ext cx="2281634" cy="3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123"/>
          <p:cNvSpPr/>
          <p:nvPr/>
        </p:nvSpPr>
        <p:spPr>
          <a:xfrm rot="5400000">
            <a:off x="-3217151" y="3200396"/>
            <a:ext cx="6858000" cy="457200"/>
          </a:xfrm>
          <a:prstGeom prst="rect">
            <a:avLst/>
          </a:prstGeom>
          <a:gradFill>
            <a:gsLst>
              <a:gs pos="0">
                <a:srgbClr val="3F2A56"/>
              </a:gs>
              <a:gs pos="100000">
                <a:srgbClr val="1E22AA"/>
              </a:gs>
            </a:gsLst>
            <a:lin ang="10800025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6" name="Google Shape;1046;p123"/>
          <p:cNvSpPr txBox="1">
            <a:spLocks noGrp="1"/>
          </p:cNvSpPr>
          <p:nvPr>
            <p:ph type="sldNum" idx="12"/>
          </p:nvPr>
        </p:nvSpPr>
        <p:spPr>
          <a:xfrm>
            <a:off x="8463986" y="6224244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F2A56"/>
              </a:gs>
              <a:gs pos="98000">
                <a:srgbClr val="1E22AA"/>
              </a:gs>
              <a:gs pos="100000">
                <a:srgbClr val="1E22AA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9" name="Google Shape;1049;p1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50560" y="376015"/>
            <a:ext cx="535602" cy="456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25"/>
          <p:cNvSpPr txBox="1">
            <a:spLocks noGrp="1"/>
          </p:cNvSpPr>
          <p:nvPr>
            <p:ph type="body" idx="1"/>
          </p:nvPr>
        </p:nvSpPr>
        <p:spPr>
          <a:xfrm>
            <a:off x="876755" y="2010255"/>
            <a:ext cx="6008700" cy="3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pic>
        <p:nvPicPr>
          <p:cNvPr id="1052" name="Google Shape;1052;p125" descr="Google Shape;3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4128" y="289901"/>
            <a:ext cx="2973879" cy="409243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125"/>
          <p:cNvSpPr/>
          <p:nvPr/>
        </p:nvSpPr>
        <p:spPr>
          <a:xfrm rot="5400000">
            <a:off x="-3217151" y="3200396"/>
            <a:ext cx="6858000" cy="457200"/>
          </a:xfrm>
          <a:prstGeom prst="rect">
            <a:avLst/>
          </a:prstGeom>
          <a:gradFill>
            <a:gsLst>
              <a:gs pos="0">
                <a:srgbClr val="3F2A56"/>
              </a:gs>
              <a:gs pos="100000">
                <a:srgbClr val="1E22AA"/>
              </a:gs>
            </a:gsLst>
            <a:lin ang="10800025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4" name="Google Shape;1054;p125"/>
          <p:cNvSpPr txBox="1">
            <a:spLocks noGrp="1"/>
          </p:cNvSpPr>
          <p:nvPr>
            <p:ph type="sldNum" idx="12"/>
          </p:nvPr>
        </p:nvSpPr>
        <p:spPr>
          <a:xfrm>
            <a:off x="8463986" y="6224244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F2A56"/>
              </a:gs>
              <a:gs pos="98000">
                <a:srgbClr val="1E22AA"/>
              </a:gs>
              <a:gs pos="100000">
                <a:srgbClr val="1E22AA"/>
              </a:gs>
            </a:gsLst>
            <a:lin ang="13500032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62" name="Google Shape;1062;p127" descr="Google Shape;44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29775" y="261472"/>
            <a:ext cx="2332042" cy="321943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127"/>
          <p:cNvSpPr/>
          <p:nvPr/>
        </p:nvSpPr>
        <p:spPr>
          <a:xfrm flipH="1">
            <a:off x="-17" y="821922"/>
            <a:ext cx="12192012" cy="60360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0215" y="0"/>
                </a:lnTo>
                <a:cubicBezTo>
                  <a:pt x="20980" y="0"/>
                  <a:pt x="21600" y="1252"/>
                  <a:pt x="21600" y="2797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4" name="Google Shape;1064;p127"/>
          <p:cNvSpPr/>
          <p:nvPr/>
        </p:nvSpPr>
        <p:spPr>
          <a:xfrm flipH="1">
            <a:off x="152416" y="971549"/>
            <a:ext cx="11887182" cy="58864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0322" y="0"/>
                </a:lnTo>
                <a:cubicBezTo>
                  <a:pt x="21028" y="0"/>
                  <a:pt x="21600" y="1155"/>
                  <a:pt x="21600" y="258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5" name="Google Shape;1065;p127"/>
          <p:cNvSpPr txBox="1">
            <a:spLocks noGrp="1"/>
          </p:cNvSpPr>
          <p:nvPr>
            <p:ph type="sldNum" idx="12"/>
          </p:nvPr>
        </p:nvSpPr>
        <p:spPr>
          <a:xfrm>
            <a:off x="8463986" y="6224244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p128" descr="Google Shape;48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72625" y="289904"/>
            <a:ext cx="2281634" cy="3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128"/>
          <p:cNvSpPr txBox="1">
            <a:spLocks noGrp="1"/>
          </p:cNvSpPr>
          <p:nvPr>
            <p:ph type="sldNum" idx="12"/>
          </p:nvPr>
        </p:nvSpPr>
        <p:spPr>
          <a:xfrm>
            <a:off x="8463986" y="6224244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F2A56"/>
              </a:gs>
              <a:gs pos="98000">
                <a:srgbClr val="1E22AA"/>
              </a:gs>
              <a:gs pos="100000">
                <a:srgbClr val="1E22AA"/>
              </a:gs>
            </a:gsLst>
            <a:lin ang="13500032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1" name="Google Shape;1071;p129"/>
          <p:cNvSpPr txBox="1">
            <a:spLocks noGrp="1"/>
          </p:cNvSpPr>
          <p:nvPr>
            <p:ph type="sldNum" idx="12"/>
          </p:nvPr>
        </p:nvSpPr>
        <p:spPr>
          <a:xfrm>
            <a:off x="8463986" y="6224244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130"/>
          <p:cNvPicPr preferRelativeResize="0"/>
          <p:nvPr/>
        </p:nvPicPr>
        <p:blipFill rotWithShape="1">
          <a:blip r:embed="rId2">
            <a:alphaModFix amt="8000"/>
          </a:blip>
          <a:srcRect l="26382" t="10261" r="41005" b="9693"/>
          <a:stretch/>
        </p:blipFill>
        <p:spPr>
          <a:xfrm>
            <a:off x="3358800" y="0"/>
            <a:ext cx="496671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1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2769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5" name="Google Shape;1075;p130"/>
          <p:cNvSpPr txBox="1"/>
          <p:nvPr/>
        </p:nvSpPr>
        <p:spPr>
          <a:xfrm>
            <a:off x="0" y="0"/>
            <a:ext cx="188700" cy="68580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540070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76" name="Google Shape;1076;p130"/>
          <p:cNvCxnSpPr/>
          <p:nvPr/>
        </p:nvCxnSpPr>
        <p:spPr>
          <a:xfrm rot="10800000">
            <a:off x="868116" y="2819790"/>
            <a:ext cx="2727900" cy="0"/>
          </a:xfrm>
          <a:prstGeom prst="straightConnector1">
            <a:avLst/>
          </a:prstGeom>
          <a:noFill/>
          <a:ln w="9525" cap="flat" cmpd="sng">
            <a:solidFill>
              <a:srgbClr val="7421A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7" name="Google Shape;1077;p130"/>
          <p:cNvSpPr txBox="1">
            <a:spLocks noGrp="1"/>
          </p:cNvSpPr>
          <p:nvPr>
            <p:ph type="title"/>
          </p:nvPr>
        </p:nvSpPr>
        <p:spPr>
          <a:xfrm>
            <a:off x="710033" y="951967"/>
            <a:ext cx="5558400" cy="18675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Open Sans"/>
              <a:buNone/>
              <a:defRPr sz="48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078" name="Google Shape;1078;p130"/>
          <p:cNvSpPr txBox="1">
            <a:spLocks noGrp="1"/>
          </p:cNvSpPr>
          <p:nvPr>
            <p:ph type="body" idx="1"/>
          </p:nvPr>
        </p:nvSpPr>
        <p:spPr>
          <a:xfrm>
            <a:off x="710033" y="3126300"/>
            <a:ext cx="42471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•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79" name="Google Shape;1079;p130"/>
          <p:cNvSpPr txBox="1">
            <a:spLocks noGrp="1"/>
          </p:cNvSpPr>
          <p:nvPr>
            <p:ph type="subTitle" idx="2"/>
          </p:nvPr>
        </p:nvSpPr>
        <p:spPr>
          <a:xfrm>
            <a:off x="7944667" y="1638967"/>
            <a:ext cx="35676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80" name="Google Shape;1080;p130"/>
          <p:cNvSpPr txBox="1">
            <a:spLocks noGrp="1"/>
          </p:cNvSpPr>
          <p:nvPr>
            <p:ph type="subTitle" idx="3"/>
          </p:nvPr>
        </p:nvSpPr>
        <p:spPr>
          <a:xfrm>
            <a:off x="7944667" y="3901438"/>
            <a:ext cx="35676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81" name="Google Shape;1081;p130"/>
          <p:cNvSpPr txBox="1">
            <a:spLocks noGrp="1"/>
          </p:cNvSpPr>
          <p:nvPr>
            <p:ph type="body" idx="4"/>
          </p:nvPr>
        </p:nvSpPr>
        <p:spPr>
          <a:xfrm>
            <a:off x="7944667" y="2072640"/>
            <a:ext cx="35676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82" name="Google Shape;1082;p130"/>
          <p:cNvSpPr txBox="1">
            <a:spLocks noGrp="1"/>
          </p:cNvSpPr>
          <p:nvPr>
            <p:ph type="body" idx="5"/>
          </p:nvPr>
        </p:nvSpPr>
        <p:spPr>
          <a:xfrm>
            <a:off x="7944667" y="4303776"/>
            <a:ext cx="35676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_ONLY_2"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3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2769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5" name="Google Shape;1085;p131"/>
          <p:cNvSpPr txBox="1"/>
          <p:nvPr/>
        </p:nvSpPr>
        <p:spPr>
          <a:xfrm>
            <a:off x="0" y="0"/>
            <a:ext cx="188700" cy="68580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540070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_ONLY_1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3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2769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8" name="Google Shape;1088;p132"/>
          <p:cNvSpPr txBox="1">
            <a:spLocks noGrp="1"/>
          </p:cNvSpPr>
          <p:nvPr>
            <p:ph type="title"/>
          </p:nvPr>
        </p:nvSpPr>
        <p:spPr>
          <a:xfrm>
            <a:off x="1583567" y="596200"/>
            <a:ext cx="9108300" cy="9852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  <a:defRPr sz="4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9" name="Google Shape;1089;p132"/>
          <p:cNvSpPr txBox="1">
            <a:spLocks noGrp="1"/>
          </p:cNvSpPr>
          <p:nvPr>
            <p:ph type="subTitle" idx="1"/>
          </p:nvPr>
        </p:nvSpPr>
        <p:spPr>
          <a:xfrm>
            <a:off x="2759933" y="1341120"/>
            <a:ext cx="66720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0" name="Google Shape;1090;p132"/>
          <p:cNvSpPr txBox="1">
            <a:spLocks noGrp="1"/>
          </p:cNvSpPr>
          <p:nvPr>
            <p:ph type="body" idx="2"/>
          </p:nvPr>
        </p:nvSpPr>
        <p:spPr>
          <a:xfrm>
            <a:off x="637700" y="4159233"/>
            <a:ext cx="29973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91" name="Google Shape;1091;p132"/>
          <p:cNvSpPr txBox="1">
            <a:spLocks noGrp="1"/>
          </p:cNvSpPr>
          <p:nvPr>
            <p:ph type="subTitle" idx="3"/>
          </p:nvPr>
        </p:nvSpPr>
        <p:spPr>
          <a:xfrm>
            <a:off x="490200" y="3535667"/>
            <a:ext cx="32919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92" name="Google Shape;1092;p132"/>
          <p:cNvSpPr txBox="1">
            <a:spLocks noGrp="1"/>
          </p:cNvSpPr>
          <p:nvPr>
            <p:ph type="body" idx="4"/>
          </p:nvPr>
        </p:nvSpPr>
        <p:spPr>
          <a:xfrm>
            <a:off x="4589967" y="4159233"/>
            <a:ext cx="29973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93" name="Google Shape;1093;p132"/>
          <p:cNvSpPr txBox="1">
            <a:spLocks noGrp="1"/>
          </p:cNvSpPr>
          <p:nvPr>
            <p:ph type="subTitle" idx="5"/>
          </p:nvPr>
        </p:nvSpPr>
        <p:spPr>
          <a:xfrm>
            <a:off x="4442500" y="3535667"/>
            <a:ext cx="32919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94" name="Google Shape;1094;p132"/>
          <p:cNvSpPr txBox="1">
            <a:spLocks noGrp="1"/>
          </p:cNvSpPr>
          <p:nvPr>
            <p:ph type="body" idx="6"/>
          </p:nvPr>
        </p:nvSpPr>
        <p:spPr>
          <a:xfrm>
            <a:off x="8542183" y="4159233"/>
            <a:ext cx="29973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95" name="Google Shape;1095;p132"/>
          <p:cNvSpPr txBox="1">
            <a:spLocks noGrp="1"/>
          </p:cNvSpPr>
          <p:nvPr>
            <p:ph type="subTitle" idx="7"/>
          </p:nvPr>
        </p:nvSpPr>
        <p:spPr>
          <a:xfrm>
            <a:off x="8394783" y="3535667"/>
            <a:ext cx="32919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None/>
              <a:defRPr sz="2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cxnSp>
        <p:nvCxnSpPr>
          <p:cNvPr id="1096" name="Google Shape;1096;p132"/>
          <p:cNvCxnSpPr/>
          <p:nvPr/>
        </p:nvCxnSpPr>
        <p:spPr>
          <a:xfrm>
            <a:off x="4054000" y="2699300"/>
            <a:ext cx="0" cy="23400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132"/>
          <p:cNvCxnSpPr/>
          <p:nvPr/>
        </p:nvCxnSpPr>
        <p:spPr>
          <a:xfrm>
            <a:off x="8123000" y="2699300"/>
            <a:ext cx="0" cy="23400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33"/>
          <p:cNvSpPr/>
          <p:nvPr/>
        </p:nvSpPr>
        <p:spPr>
          <a:xfrm>
            <a:off x="-8767" y="0"/>
            <a:ext cx="614700" cy="68580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133"/>
          <p:cNvSpPr txBox="1">
            <a:spLocks noGrp="1"/>
          </p:cNvSpPr>
          <p:nvPr>
            <p:ph type="sldNum" idx="12"/>
          </p:nvPr>
        </p:nvSpPr>
        <p:spPr>
          <a:xfrm>
            <a:off x="-8767" y="6217633"/>
            <a:ext cx="540900" cy="2616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spAutoFit/>
          </a:bodyPr>
          <a:lstStyle>
            <a:lvl1pPr lvl="0" algn="ctr" rtl="0">
              <a:buNone/>
              <a:defRPr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buNone/>
              <a:defRPr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buNone/>
              <a:defRPr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buNone/>
              <a:defRPr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buNone/>
              <a:defRPr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buNone/>
              <a:defRPr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buNone/>
              <a:defRPr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buNone/>
              <a:defRPr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buNone/>
              <a:defRPr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1" name="Google Shape;1101;p133"/>
          <p:cNvGrpSpPr/>
          <p:nvPr/>
        </p:nvGrpSpPr>
        <p:grpSpPr>
          <a:xfrm rot="-5400000">
            <a:off x="-336577" y="3340996"/>
            <a:ext cx="1270755" cy="175563"/>
            <a:chOff x="238125" y="2329100"/>
            <a:chExt cx="7095225" cy="980250"/>
          </a:xfrm>
        </p:grpSpPr>
        <p:sp>
          <p:nvSpPr>
            <p:cNvPr id="1102" name="Google Shape;1102;p133"/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33"/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33"/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33"/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33"/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33"/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33"/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33"/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33"/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33"/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33"/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33"/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33"/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1">
  <p:cSld name="BLANK_1_2"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" name="Google Shape;1116;p1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1995" cy="6859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134"/>
          <p:cNvSpPr/>
          <p:nvPr/>
        </p:nvSpPr>
        <p:spPr>
          <a:xfrm>
            <a:off x="1483000" y="1912233"/>
            <a:ext cx="3034800" cy="3034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9" name="Google Shape;1119;p134"/>
          <p:cNvPicPr preferRelativeResize="0"/>
          <p:nvPr/>
        </p:nvPicPr>
        <p:blipFill rotWithShape="1">
          <a:blip r:embed="rId4">
            <a:alphaModFix amt="30000"/>
          </a:blip>
          <a:srcRect/>
          <a:stretch/>
        </p:blipFill>
        <p:spPr>
          <a:xfrm>
            <a:off x="-628167" y="-199800"/>
            <a:ext cx="7257335" cy="7257602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134"/>
          <p:cNvSpPr>
            <a:spLocks noGrp="1"/>
          </p:cNvSpPr>
          <p:nvPr>
            <p:ph type="pic" idx="2"/>
          </p:nvPr>
        </p:nvSpPr>
        <p:spPr>
          <a:xfrm>
            <a:off x="1483167" y="1912233"/>
            <a:ext cx="3034800" cy="30348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1121" name="Google Shape;1121;p134"/>
          <p:cNvCxnSpPr/>
          <p:nvPr/>
        </p:nvCxnSpPr>
        <p:spPr>
          <a:xfrm>
            <a:off x="5540967" y="3191650"/>
            <a:ext cx="4965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22" name="Google Shape;1122;p134"/>
          <p:cNvGrpSpPr/>
          <p:nvPr/>
        </p:nvGrpSpPr>
        <p:grpSpPr>
          <a:xfrm>
            <a:off x="5540959" y="1013511"/>
            <a:ext cx="2405991" cy="332403"/>
            <a:chOff x="238125" y="2329100"/>
            <a:chExt cx="7095225" cy="980250"/>
          </a:xfrm>
        </p:grpSpPr>
        <p:sp>
          <p:nvSpPr>
            <p:cNvPr id="1123" name="Google Shape;1123;p134"/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34"/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34"/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34"/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34"/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34"/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34"/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34"/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34"/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34"/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34"/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34"/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34"/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6" name="Google Shape;1136;p134"/>
          <p:cNvSpPr txBox="1">
            <a:spLocks noGrp="1"/>
          </p:cNvSpPr>
          <p:nvPr>
            <p:ph type="title"/>
          </p:nvPr>
        </p:nvSpPr>
        <p:spPr>
          <a:xfrm>
            <a:off x="5386000" y="1183033"/>
            <a:ext cx="5765100" cy="18549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pen Sans"/>
              <a:buNone/>
              <a:defRPr sz="4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137" name="Google Shape;1137;p134"/>
          <p:cNvSpPr txBox="1">
            <a:spLocks noGrp="1"/>
          </p:cNvSpPr>
          <p:nvPr>
            <p:ph type="subTitle" idx="1"/>
          </p:nvPr>
        </p:nvSpPr>
        <p:spPr>
          <a:xfrm>
            <a:off x="5386100" y="3505200"/>
            <a:ext cx="5764800" cy="821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1 1">
  <p:cSld name="BLANK_1_2_1"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9" name="Google Shape;1139;p1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1995" cy="6859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1" name="Google Shape;1141;p135"/>
          <p:cNvGrpSpPr/>
          <p:nvPr/>
        </p:nvGrpSpPr>
        <p:grpSpPr>
          <a:xfrm>
            <a:off x="4894126" y="2224469"/>
            <a:ext cx="2405991" cy="332403"/>
            <a:chOff x="238125" y="2329100"/>
            <a:chExt cx="7095225" cy="980250"/>
          </a:xfrm>
        </p:grpSpPr>
        <p:sp>
          <p:nvSpPr>
            <p:cNvPr id="1142" name="Google Shape;1142;p135"/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35"/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35"/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35"/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35"/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35"/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35"/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35"/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35"/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35"/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35"/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35"/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35"/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5" name="Google Shape;1155;p135"/>
          <p:cNvSpPr txBox="1">
            <a:spLocks noGrp="1"/>
          </p:cNvSpPr>
          <p:nvPr>
            <p:ph type="title"/>
          </p:nvPr>
        </p:nvSpPr>
        <p:spPr>
          <a:xfrm>
            <a:off x="1172000" y="2854665"/>
            <a:ext cx="9849900" cy="14709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  <a:defRPr sz="4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156" name="Google Shape;1156;p135"/>
          <p:cNvSpPr txBox="1">
            <a:spLocks noGrp="1"/>
          </p:cNvSpPr>
          <p:nvPr>
            <p:ph type="subTitle" idx="1"/>
          </p:nvPr>
        </p:nvSpPr>
        <p:spPr>
          <a:xfrm>
            <a:off x="2444500" y="3830025"/>
            <a:ext cx="7526100" cy="9636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">
  <p:cSld name="BLANK_2"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36"/>
          <p:cNvSpPr txBox="1"/>
          <p:nvPr/>
        </p:nvSpPr>
        <p:spPr>
          <a:xfrm>
            <a:off x="0" y="0"/>
            <a:ext cx="12192000" cy="1956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10">
  <p:cSld name="BLANK_2_10"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1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137"/>
          <p:cNvSpPr txBox="1"/>
          <p:nvPr/>
        </p:nvSpPr>
        <p:spPr>
          <a:xfrm>
            <a:off x="636150" y="640875"/>
            <a:ext cx="10919700" cy="557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2" name="Google Shape;1162;p137"/>
          <p:cNvSpPr txBox="1">
            <a:spLocks noGrp="1"/>
          </p:cNvSpPr>
          <p:nvPr>
            <p:ph type="title"/>
          </p:nvPr>
        </p:nvSpPr>
        <p:spPr>
          <a:xfrm>
            <a:off x="1071300" y="1931825"/>
            <a:ext cx="4364100" cy="28101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A2FBB"/>
              </a:buClr>
              <a:buSzPts val="4800"/>
              <a:buNone/>
              <a:defRPr sz="4800">
                <a:solidFill>
                  <a:srgbClr val="5A2FB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163" name="Google Shape;1163;p137"/>
          <p:cNvSpPr txBox="1">
            <a:spLocks noGrp="1"/>
          </p:cNvSpPr>
          <p:nvPr>
            <p:ph type="body" idx="1"/>
          </p:nvPr>
        </p:nvSpPr>
        <p:spPr>
          <a:xfrm>
            <a:off x="6058925" y="1923050"/>
            <a:ext cx="5136900" cy="28188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rmAutofit/>
          </a:bodyPr>
          <a:lstStyle>
            <a:lvl1pPr marL="457200" lvl="0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4" name="Google Shape;1164;p137"/>
          <p:cNvSpPr txBox="1"/>
          <p:nvPr/>
        </p:nvSpPr>
        <p:spPr>
          <a:xfrm>
            <a:off x="636150" y="640875"/>
            <a:ext cx="10919700" cy="120000"/>
          </a:xfrm>
          <a:prstGeom prst="rect">
            <a:avLst/>
          </a:prstGeom>
          <a:solidFill>
            <a:srgbClr val="E54F6D"/>
          </a:soli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9">
  <p:cSld name="BLANK_2_9"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6" name="Google Shape;1166;p1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2676807" y="-2669607"/>
            <a:ext cx="6840000" cy="12190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138"/>
          <p:cNvSpPr txBox="1"/>
          <p:nvPr/>
        </p:nvSpPr>
        <p:spPr>
          <a:xfrm>
            <a:off x="1471" y="0"/>
            <a:ext cx="12192000" cy="6858000"/>
          </a:xfrm>
          <a:prstGeom prst="rect">
            <a:avLst/>
          </a:prstGeom>
          <a:gradFill>
            <a:gsLst>
              <a:gs pos="0">
                <a:srgbClr val="7521A7">
                  <a:alpha val="73725"/>
                  <a:alpha val="92700"/>
                </a:srgbClr>
              </a:gs>
              <a:gs pos="100000">
                <a:srgbClr val="3146DD">
                  <a:alpha val="73725"/>
                  <a:alpha val="927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8" name="Google Shape;1168;p138"/>
          <p:cNvSpPr/>
          <p:nvPr/>
        </p:nvSpPr>
        <p:spPr>
          <a:xfrm>
            <a:off x="1450" y="5739"/>
            <a:ext cx="12192000" cy="2608800"/>
          </a:xfrm>
          <a:prstGeom prst="rect">
            <a:avLst/>
          </a:prstGeom>
          <a:gradFill>
            <a:gsLst>
              <a:gs pos="0">
                <a:srgbClr val="7521A7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138"/>
          <p:cNvSpPr txBox="1">
            <a:spLocks noGrp="1"/>
          </p:cNvSpPr>
          <p:nvPr>
            <p:ph type="title"/>
          </p:nvPr>
        </p:nvSpPr>
        <p:spPr>
          <a:xfrm>
            <a:off x="1019300" y="1900825"/>
            <a:ext cx="9549900" cy="11568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None/>
              <a:defRPr sz="55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170" name="Google Shape;1170;p138"/>
          <p:cNvGrpSpPr/>
          <p:nvPr/>
        </p:nvGrpSpPr>
        <p:grpSpPr>
          <a:xfrm>
            <a:off x="1174159" y="1170432"/>
            <a:ext cx="2405991" cy="332403"/>
            <a:chOff x="238125" y="2329100"/>
            <a:chExt cx="7095225" cy="980250"/>
          </a:xfrm>
        </p:grpSpPr>
        <p:sp>
          <p:nvSpPr>
            <p:cNvPr id="1171" name="Google Shape;1171;p138"/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38"/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38"/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38"/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38"/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1176" name="Google Shape;1176;p138"/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38"/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38"/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38"/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38"/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38"/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38"/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38"/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9 1">
  <p:cSld name="BLANK_2_9_1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5" name="Google Shape;1185;p1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2676807" y="-2669607"/>
            <a:ext cx="6840000" cy="12190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139"/>
          <p:cNvSpPr txBox="1"/>
          <p:nvPr/>
        </p:nvSpPr>
        <p:spPr>
          <a:xfrm>
            <a:off x="1471" y="0"/>
            <a:ext cx="12192000" cy="6858000"/>
          </a:xfrm>
          <a:prstGeom prst="rect">
            <a:avLst/>
          </a:prstGeom>
          <a:gradFill>
            <a:gsLst>
              <a:gs pos="0">
                <a:srgbClr val="7521A7">
                  <a:alpha val="73725"/>
                  <a:alpha val="92700"/>
                </a:srgbClr>
              </a:gs>
              <a:gs pos="100000">
                <a:srgbClr val="3146DD">
                  <a:alpha val="73725"/>
                  <a:alpha val="927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7" name="Google Shape;1187;p139"/>
          <p:cNvSpPr/>
          <p:nvPr/>
        </p:nvSpPr>
        <p:spPr>
          <a:xfrm>
            <a:off x="1450" y="5739"/>
            <a:ext cx="12192000" cy="2608800"/>
          </a:xfrm>
          <a:prstGeom prst="rect">
            <a:avLst/>
          </a:prstGeom>
          <a:gradFill>
            <a:gsLst>
              <a:gs pos="0">
                <a:srgbClr val="7521A7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139"/>
          <p:cNvSpPr txBox="1">
            <a:spLocks noGrp="1"/>
          </p:cNvSpPr>
          <p:nvPr>
            <p:ph type="subTitle" idx="1"/>
          </p:nvPr>
        </p:nvSpPr>
        <p:spPr>
          <a:xfrm>
            <a:off x="1020133" y="3252017"/>
            <a:ext cx="5764800" cy="821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SemiBold"/>
              <a:buNone/>
              <a:defRPr sz="27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189" name="Google Shape;1189;p139"/>
          <p:cNvSpPr txBox="1">
            <a:spLocks noGrp="1"/>
          </p:cNvSpPr>
          <p:nvPr>
            <p:ph type="title"/>
          </p:nvPr>
        </p:nvSpPr>
        <p:spPr>
          <a:xfrm>
            <a:off x="1019300" y="1505250"/>
            <a:ext cx="11173200" cy="11568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00"/>
              <a:buFont typeface="Open Sans SemiBold"/>
              <a:buNone/>
              <a:defRPr sz="7300" b="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1190" name="Google Shape;1190;p139"/>
          <p:cNvGrpSpPr/>
          <p:nvPr/>
        </p:nvGrpSpPr>
        <p:grpSpPr>
          <a:xfrm>
            <a:off x="1174159" y="1078061"/>
            <a:ext cx="2405991" cy="332403"/>
            <a:chOff x="238125" y="2329100"/>
            <a:chExt cx="7095225" cy="980250"/>
          </a:xfrm>
        </p:grpSpPr>
        <p:sp>
          <p:nvSpPr>
            <p:cNvPr id="1191" name="Google Shape;1191;p139"/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39"/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39"/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39"/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39"/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1196" name="Google Shape;1196;p139"/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39"/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39"/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39"/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39"/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39"/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39"/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39"/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"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Google Shape;1205;p1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458" y="16541"/>
            <a:ext cx="12168543" cy="6845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3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140"/>
          <p:cNvPicPr preferRelativeResize="0"/>
          <p:nvPr/>
        </p:nvPicPr>
        <p:blipFill rotWithShape="1">
          <a:blip r:embed="rId4">
            <a:alphaModFix amt="30000"/>
          </a:blip>
          <a:srcRect l="8332" t="2755" b="2565"/>
          <a:stretch/>
        </p:blipFill>
        <p:spPr>
          <a:xfrm>
            <a:off x="0" y="16550"/>
            <a:ext cx="66398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140"/>
          <p:cNvSpPr/>
          <p:nvPr/>
        </p:nvSpPr>
        <p:spPr>
          <a:xfrm>
            <a:off x="1503605" y="1925095"/>
            <a:ext cx="3028800" cy="30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09" name="Google Shape;1209;p140"/>
          <p:cNvCxnSpPr/>
          <p:nvPr/>
        </p:nvCxnSpPr>
        <p:spPr>
          <a:xfrm>
            <a:off x="5553764" y="4266797"/>
            <a:ext cx="4953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10" name="Google Shape;1210;p140"/>
          <p:cNvGrpSpPr/>
          <p:nvPr/>
        </p:nvGrpSpPr>
        <p:grpSpPr>
          <a:xfrm>
            <a:off x="5553745" y="1788524"/>
            <a:ext cx="2401024" cy="331717"/>
            <a:chOff x="238125" y="2329100"/>
            <a:chExt cx="7095225" cy="980250"/>
          </a:xfrm>
        </p:grpSpPr>
        <p:sp>
          <p:nvSpPr>
            <p:cNvPr id="1211" name="Google Shape;1211;p140"/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40"/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40"/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40"/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40"/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40"/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40"/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40"/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40"/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40"/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40"/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40"/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40"/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4" name="Google Shape;1224;p140"/>
          <p:cNvSpPr txBox="1"/>
          <p:nvPr/>
        </p:nvSpPr>
        <p:spPr>
          <a:xfrm>
            <a:off x="5399095" y="2262045"/>
            <a:ext cx="5754000" cy="18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</a:t>
            </a:r>
            <a:endParaRPr sz="3600" b="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5" name="Google Shape;1225;p140"/>
          <p:cNvSpPr txBox="1"/>
          <p:nvPr/>
        </p:nvSpPr>
        <p:spPr>
          <a:xfrm>
            <a:off x="5399195" y="4579744"/>
            <a:ext cx="5753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0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8">
  <p:cSld name="BLANK_2_8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41"/>
          <p:cNvSpPr txBox="1">
            <a:spLocks noGrp="1"/>
          </p:cNvSpPr>
          <p:nvPr>
            <p:ph type="title"/>
          </p:nvPr>
        </p:nvSpPr>
        <p:spPr>
          <a:xfrm>
            <a:off x="671300" y="914400"/>
            <a:ext cx="4613100" cy="9852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Open Sans"/>
              <a:buNone/>
              <a:defRPr sz="48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228" name="Google Shape;1228;p141"/>
          <p:cNvSpPr txBox="1">
            <a:spLocks noGrp="1"/>
          </p:cNvSpPr>
          <p:nvPr>
            <p:ph type="body" idx="1"/>
          </p:nvPr>
        </p:nvSpPr>
        <p:spPr>
          <a:xfrm>
            <a:off x="5927300" y="914400"/>
            <a:ext cx="5367600" cy="4031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9" name="Google Shape;1229;p141"/>
          <p:cNvSpPr txBox="1">
            <a:spLocks noGrp="1"/>
          </p:cNvSpPr>
          <p:nvPr>
            <p:ph type="subTitle" idx="2"/>
          </p:nvPr>
        </p:nvSpPr>
        <p:spPr>
          <a:xfrm>
            <a:off x="770875" y="2434350"/>
            <a:ext cx="4613100" cy="4260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rm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30" name="Google Shape;1230;p141"/>
          <p:cNvSpPr txBox="1">
            <a:spLocks noGrp="1"/>
          </p:cNvSpPr>
          <p:nvPr>
            <p:ph type="subTitle" idx="3"/>
          </p:nvPr>
        </p:nvSpPr>
        <p:spPr>
          <a:xfrm>
            <a:off x="770875" y="3732675"/>
            <a:ext cx="4613100" cy="4260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rm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31" name="Google Shape;1231;p141"/>
          <p:cNvSpPr/>
          <p:nvPr/>
        </p:nvSpPr>
        <p:spPr>
          <a:xfrm>
            <a:off x="0" y="5785000"/>
            <a:ext cx="12192000" cy="107310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32" name="Google Shape;1232;p141"/>
          <p:cNvCxnSpPr/>
          <p:nvPr/>
        </p:nvCxnSpPr>
        <p:spPr>
          <a:xfrm>
            <a:off x="362400" y="5785000"/>
            <a:ext cx="11467200" cy="0"/>
          </a:xfrm>
          <a:prstGeom prst="straightConnector1">
            <a:avLst/>
          </a:prstGeom>
          <a:noFill/>
          <a:ln w="9525" cap="flat" cmpd="sng">
            <a:solidFill>
              <a:srgbClr val="5532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3" name="Google Shape;1233;p141"/>
          <p:cNvSpPr txBox="1">
            <a:spLocks noGrp="1"/>
          </p:cNvSpPr>
          <p:nvPr>
            <p:ph type="subTitle" idx="4"/>
          </p:nvPr>
        </p:nvSpPr>
        <p:spPr>
          <a:xfrm>
            <a:off x="352800" y="6096000"/>
            <a:ext cx="11486400" cy="4260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4">
  <p:cSld name="CAPTION_ONLY_4"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Google Shape;1235;p142"/>
          <p:cNvPicPr preferRelativeResize="0"/>
          <p:nvPr/>
        </p:nvPicPr>
        <p:blipFill rotWithShape="1">
          <a:blip r:embed="rId2">
            <a:alphaModFix amt="8000"/>
          </a:blip>
          <a:srcRect l="26382" t="10261" r="41005" b="9693"/>
          <a:stretch/>
        </p:blipFill>
        <p:spPr>
          <a:xfrm>
            <a:off x="3358800" y="0"/>
            <a:ext cx="496671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14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2769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7" name="Google Shape;1237;p142"/>
          <p:cNvSpPr txBox="1"/>
          <p:nvPr/>
        </p:nvSpPr>
        <p:spPr>
          <a:xfrm>
            <a:off x="0" y="0"/>
            <a:ext cx="188700" cy="68580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540070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38" name="Google Shape;1238;p142"/>
          <p:cNvCxnSpPr/>
          <p:nvPr/>
        </p:nvCxnSpPr>
        <p:spPr>
          <a:xfrm rot="10800000">
            <a:off x="868116" y="2819790"/>
            <a:ext cx="2727900" cy="0"/>
          </a:xfrm>
          <a:prstGeom prst="straightConnector1">
            <a:avLst/>
          </a:prstGeom>
          <a:noFill/>
          <a:ln w="9525" cap="flat" cmpd="sng">
            <a:solidFill>
              <a:srgbClr val="7421A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9" name="Google Shape;1239;p142"/>
          <p:cNvSpPr txBox="1">
            <a:spLocks noGrp="1"/>
          </p:cNvSpPr>
          <p:nvPr>
            <p:ph type="title"/>
          </p:nvPr>
        </p:nvSpPr>
        <p:spPr>
          <a:xfrm>
            <a:off x="710033" y="951967"/>
            <a:ext cx="5558400" cy="18675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Open Sans"/>
              <a:buNone/>
              <a:defRPr sz="48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240" name="Google Shape;1240;p142"/>
          <p:cNvSpPr txBox="1">
            <a:spLocks noGrp="1"/>
          </p:cNvSpPr>
          <p:nvPr>
            <p:ph type="body" idx="1"/>
          </p:nvPr>
        </p:nvSpPr>
        <p:spPr>
          <a:xfrm>
            <a:off x="710033" y="3126300"/>
            <a:ext cx="42471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•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41" name="Google Shape;1241;p142"/>
          <p:cNvSpPr txBox="1">
            <a:spLocks noGrp="1"/>
          </p:cNvSpPr>
          <p:nvPr>
            <p:ph type="subTitle" idx="2"/>
          </p:nvPr>
        </p:nvSpPr>
        <p:spPr>
          <a:xfrm>
            <a:off x="7944667" y="1638967"/>
            <a:ext cx="35676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42" name="Google Shape;1242;p142"/>
          <p:cNvSpPr txBox="1">
            <a:spLocks noGrp="1"/>
          </p:cNvSpPr>
          <p:nvPr>
            <p:ph type="subTitle" idx="3"/>
          </p:nvPr>
        </p:nvSpPr>
        <p:spPr>
          <a:xfrm>
            <a:off x="7944667" y="3901438"/>
            <a:ext cx="35676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43" name="Google Shape;1243;p142"/>
          <p:cNvSpPr txBox="1">
            <a:spLocks noGrp="1"/>
          </p:cNvSpPr>
          <p:nvPr>
            <p:ph type="body" idx="4"/>
          </p:nvPr>
        </p:nvSpPr>
        <p:spPr>
          <a:xfrm>
            <a:off x="7944667" y="2072640"/>
            <a:ext cx="35676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44" name="Google Shape;1244;p142"/>
          <p:cNvSpPr txBox="1">
            <a:spLocks noGrp="1"/>
          </p:cNvSpPr>
          <p:nvPr>
            <p:ph type="body" idx="5"/>
          </p:nvPr>
        </p:nvSpPr>
        <p:spPr>
          <a:xfrm>
            <a:off x="7944667" y="4303776"/>
            <a:ext cx="35676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3">
  <p:cSld name="CAPTION_ONLY_3"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6" name="Google Shape;1246;p143"/>
          <p:cNvPicPr preferRelativeResize="0"/>
          <p:nvPr/>
        </p:nvPicPr>
        <p:blipFill rotWithShape="1">
          <a:blip r:embed="rId2">
            <a:alphaModFix amt="8000"/>
          </a:blip>
          <a:srcRect l="26382" t="10261" r="41005" b="9693"/>
          <a:stretch/>
        </p:blipFill>
        <p:spPr>
          <a:xfrm>
            <a:off x="3054000" y="0"/>
            <a:ext cx="496671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1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2769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8" name="Google Shape;1248;p143"/>
          <p:cNvSpPr txBox="1"/>
          <p:nvPr/>
        </p:nvSpPr>
        <p:spPr>
          <a:xfrm>
            <a:off x="0" y="0"/>
            <a:ext cx="188700" cy="68580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540070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9" name="Google Shape;1249;p143"/>
          <p:cNvSpPr txBox="1">
            <a:spLocks noGrp="1"/>
          </p:cNvSpPr>
          <p:nvPr>
            <p:ph type="title"/>
          </p:nvPr>
        </p:nvSpPr>
        <p:spPr>
          <a:xfrm>
            <a:off x="710033" y="951967"/>
            <a:ext cx="5558400" cy="18675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Open Sans"/>
              <a:buNone/>
              <a:defRPr sz="48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250" name="Google Shape;1250;p143"/>
          <p:cNvSpPr txBox="1">
            <a:spLocks noGrp="1"/>
          </p:cNvSpPr>
          <p:nvPr>
            <p:ph type="body" idx="1"/>
          </p:nvPr>
        </p:nvSpPr>
        <p:spPr>
          <a:xfrm>
            <a:off x="710033" y="3126300"/>
            <a:ext cx="42471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•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•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51" name="Google Shape;1251;p143"/>
          <p:cNvSpPr txBox="1">
            <a:spLocks noGrp="1"/>
          </p:cNvSpPr>
          <p:nvPr>
            <p:ph type="subTitle" idx="2"/>
          </p:nvPr>
        </p:nvSpPr>
        <p:spPr>
          <a:xfrm>
            <a:off x="7944667" y="1638967"/>
            <a:ext cx="35676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52" name="Google Shape;1252;p143"/>
          <p:cNvSpPr txBox="1">
            <a:spLocks noGrp="1"/>
          </p:cNvSpPr>
          <p:nvPr>
            <p:ph type="subTitle" idx="3"/>
          </p:nvPr>
        </p:nvSpPr>
        <p:spPr>
          <a:xfrm>
            <a:off x="7944667" y="3901438"/>
            <a:ext cx="35676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53" name="Google Shape;1253;p143"/>
          <p:cNvSpPr txBox="1">
            <a:spLocks noGrp="1"/>
          </p:cNvSpPr>
          <p:nvPr>
            <p:ph type="body" idx="4"/>
          </p:nvPr>
        </p:nvSpPr>
        <p:spPr>
          <a:xfrm>
            <a:off x="7944667" y="2072640"/>
            <a:ext cx="35676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54" name="Google Shape;1254;p143"/>
          <p:cNvSpPr txBox="1">
            <a:spLocks noGrp="1"/>
          </p:cNvSpPr>
          <p:nvPr>
            <p:ph type="body" idx="5"/>
          </p:nvPr>
        </p:nvSpPr>
        <p:spPr>
          <a:xfrm>
            <a:off x="7944667" y="4303776"/>
            <a:ext cx="35676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7">
  <p:cSld name="BLANK_2_7"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44"/>
          <p:cNvSpPr/>
          <p:nvPr/>
        </p:nvSpPr>
        <p:spPr>
          <a:xfrm>
            <a:off x="626950" y="4483466"/>
            <a:ext cx="1341300" cy="492300"/>
          </a:xfrm>
          <a:prstGeom prst="roundRect">
            <a:avLst>
              <a:gd name="adj" fmla="val 9333"/>
            </a:avLst>
          </a:prstGeom>
          <a:solidFill>
            <a:srgbClr val="AE9EE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144"/>
          <p:cNvSpPr/>
          <p:nvPr/>
        </p:nvSpPr>
        <p:spPr>
          <a:xfrm>
            <a:off x="2022227" y="4483466"/>
            <a:ext cx="929700" cy="492300"/>
          </a:xfrm>
          <a:prstGeom prst="roundRect">
            <a:avLst>
              <a:gd name="adj" fmla="val 9333"/>
            </a:avLst>
          </a:prstGeom>
          <a:solidFill>
            <a:srgbClr val="876ED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144"/>
          <p:cNvSpPr/>
          <p:nvPr/>
        </p:nvSpPr>
        <p:spPr>
          <a:xfrm>
            <a:off x="3006099" y="4483466"/>
            <a:ext cx="929700" cy="492300"/>
          </a:xfrm>
          <a:prstGeom prst="roundRect">
            <a:avLst>
              <a:gd name="adj" fmla="val 9333"/>
            </a:avLst>
          </a:prstGeom>
          <a:solidFill>
            <a:srgbClr val="876ED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144"/>
          <p:cNvSpPr/>
          <p:nvPr/>
        </p:nvSpPr>
        <p:spPr>
          <a:xfrm>
            <a:off x="6918828" y="4483466"/>
            <a:ext cx="929700" cy="492300"/>
          </a:xfrm>
          <a:prstGeom prst="roundRect">
            <a:avLst>
              <a:gd name="adj" fmla="val 9333"/>
            </a:avLst>
          </a:prstGeom>
          <a:solidFill>
            <a:srgbClr val="705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144"/>
          <p:cNvSpPr/>
          <p:nvPr/>
        </p:nvSpPr>
        <p:spPr>
          <a:xfrm>
            <a:off x="7902699" y="4483466"/>
            <a:ext cx="929700" cy="492300"/>
          </a:xfrm>
          <a:prstGeom prst="roundRect">
            <a:avLst>
              <a:gd name="adj" fmla="val 9333"/>
            </a:avLst>
          </a:prstGeom>
          <a:solidFill>
            <a:srgbClr val="5532C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144"/>
          <p:cNvSpPr/>
          <p:nvPr/>
        </p:nvSpPr>
        <p:spPr>
          <a:xfrm>
            <a:off x="8886555" y="4483466"/>
            <a:ext cx="929700" cy="492300"/>
          </a:xfrm>
          <a:prstGeom prst="roundRect">
            <a:avLst>
              <a:gd name="adj" fmla="val 9333"/>
            </a:avLst>
          </a:prstGeom>
          <a:solidFill>
            <a:srgbClr val="5532C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144"/>
          <p:cNvSpPr/>
          <p:nvPr/>
        </p:nvSpPr>
        <p:spPr>
          <a:xfrm>
            <a:off x="9870427" y="4483466"/>
            <a:ext cx="1696500" cy="492300"/>
          </a:xfrm>
          <a:prstGeom prst="roundRect">
            <a:avLst>
              <a:gd name="adj" fmla="val 9333"/>
            </a:avLst>
          </a:prstGeom>
          <a:solidFill>
            <a:srgbClr val="451E9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144"/>
          <p:cNvSpPr/>
          <p:nvPr/>
        </p:nvSpPr>
        <p:spPr>
          <a:xfrm>
            <a:off x="3991722" y="4483466"/>
            <a:ext cx="2872800" cy="492300"/>
          </a:xfrm>
          <a:prstGeom prst="roundRect">
            <a:avLst>
              <a:gd name="adj" fmla="val 9333"/>
            </a:avLst>
          </a:prstGeom>
          <a:solidFill>
            <a:srgbClr val="876ED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144"/>
          <p:cNvSpPr txBox="1"/>
          <p:nvPr/>
        </p:nvSpPr>
        <p:spPr>
          <a:xfrm>
            <a:off x="0" y="0"/>
            <a:ext cx="12192000" cy="1956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5" name="Google Shape;1265;p144"/>
          <p:cNvSpPr txBox="1">
            <a:spLocks noGrp="1"/>
          </p:cNvSpPr>
          <p:nvPr>
            <p:ph type="title"/>
          </p:nvPr>
        </p:nvSpPr>
        <p:spPr>
          <a:xfrm>
            <a:off x="1541767" y="609600"/>
            <a:ext cx="9108300" cy="9852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Open Sans"/>
              <a:buNone/>
              <a:defRPr sz="48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266" name="Google Shape;1266;p144"/>
          <p:cNvSpPr txBox="1">
            <a:spLocks noGrp="1"/>
          </p:cNvSpPr>
          <p:nvPr>
            <p:ph type="subTitle" idx="1"/>
          </p:nvPr>
        </p:nvSpPr>
        <p:spPr>
          <a:xfrm>
            <a:off x="2284900" y="5328800"/>
            <a:ext cx="2872800" cy="4923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None/>
              <a:defRPr sz="1600"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267" name="Google Shape;1267;p144"/>
          <p:cNvSpPr txBox="1">
            <a:spLocks noGrp="1"/>
          </p:cNvSpPr>
          <p:nvPr>
            <p:ph type="subTitle" idx="2"/>
          </p:nvPr>
        </p:nvSpPr>
        <p:spPr>
          <a:xfrm>
            <a:off x="7406500" y="5328800"/>
            <a:ext cx="2872800" cy="4923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None/>
              <a:defRPr sz="1600"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268" name="Google Shape;1268;p144"/>
          <p:cNvSpPr txBox="1">
            <a:spLocks noGrp="1"/>
          </p:cNvSpPr>
          <p:nvPr>
            <p:ph type="subTitle" idx="3"/>
          </p:nvPr>
        </p:nvSpPr>
        <p:spPr>
          <a:xfrm>
            <a:off x="625500" y="4503200"/>
            <a:ext cx="1304100" cy="4923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 Medium"/>
              <a:buNone/>
              <a:defRPr sz="13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269" name="Google Shape;1269;p144"/>
          <p:cNvSpPr txBox="1">
            <a:spLocks noGrp="1"/>
          </p:cNvSpPr>
          <p:nvPr>
            <p:ph type="subTitle" idx="4"/>
          </p:nvPr>
        </p:nvSpPr>
        <p:spPr>
          <a:xfrm>
            <a:off x="2018700" y="4503200"/>
            <a:ext cx="929700" cy="4923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 Medium"/>
              <a:buNone/>
              <a:defRPr sz="13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270" name="Google Shape;1270;p144"/>
          <p:cNvSpPr txBox="1">
            <a:spLocks noGrp="1"/>
          </p:cNvSpPr>
          <p:nvPr>
            <p:ph type="subTitle" idx="5"/>
          </p:nvPr>
        </p:nvSpPr>
        <p:spPr>
          <a:xfrm>
            <a:off x="3005217" y="4503200"/>
            <a:ext cx="929700" cy="4923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 Medium"/>
              <a:buNone/>
              <a:defRPr sz="13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271" name="Google Shape;1271;p144"/>
          <p:cNvSpPr txBox="1">
            <a:spLocks noGrp="1"/>
          </p:cNvSpPr>
          <p:nvPr>
            <p:ph type="subTitle" idx="6"/>
          </p:nvPr>
        </p:nvSpPr>
        <p:spPr>
          <a:xfrm>
            <a:off x="3976900" y="4503200"/>
            <a:ext cx="2872800" cy="4923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 Medium"/>
              <a:buNone/>
              <a:defRPr sz="13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272" name="Google Shape;1272;p144"/>
          <p:cNvSpPr txBox="1">
            <a:spLocks noGrp="1"/>
          </p:cNvSpPr>
          <p:nvPr>
            <p:ph type="subTitle" idx="7"/>
          </p:nvPr>
        </p:nvSpPr>
        <p:spPr>
          <a:xfrm>
            <a:off x="6917033" y="4503200"/>
            <a:ext cx="929700" cy="4923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 Medium"/>
              <a:buNone/>
              <a:defRPr sz="13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273" name="Google Shape;1273;p144"/>
          <p:cNvSpPr txBox="1">
            <a:spLocks noGrp="1"/>
          </p:cNvSpPr>
          <p:nvPr>
            <p:ph type="subTitle" idx="8"/>
          </p:nvPr>
        </p:nvSpPr>
        <p:spPr>
          <a:xfrm>
            <a:off x="7901800" y="4503200"/>
            <a:ext cx="929700" cy="4923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 Medium"/>
              <a:buNone/>
              <a:defRPr sz="13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274" name="Google Shape;1274;p144"/>
          <p:cNvSpPr txBox="1">
            <a:spLocks noGrp="1"/>
          </p:cNvSpPr>
          <p:nvPr>
            <p:ph type="subTitle" idx="9"/>
          </p:nvPr>
        </p:nvSpPr>
        <p:spPr>
          <a:xfrm>
            <a:off x="8885683" y="4503200"/>
            <a:ext cx="929700" cy="4923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 Medium"/>
              <a:buNone/>
              <a:defRPr sz="13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275" name="Google Shape;1275;p144"/>
          <p:cNvSpPr txBox="1">
            <a:spLocks noGrp="1"/>
          </p:cNvSpPr>
          <p:nvPr>
            <p:ph type="subTitle" idx="13"/>
          </p:nvPr>
        </p:nvSpPr>
        <p:spPr>
          <a:xfrm>
            <a:off x="9871347" y="4503200"/>
            <a:ext cx="1696500" cy="4923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 Medium"/>
              <a:buNone/>
              <a:defRPr sz="13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Medium"/>
              <a:buNone/>
              <a:defRPr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276" name="Google Shape;1276;p144"/>
          <p:cNvSpPr txBox="1">
            <a:spLocks noGrp="1"/>
          </p:cNvSpPr>
          <p:nvPr>
            <p:ph type="subTitle" idx="14"/>
          </p:nvPr>
        </p:nvSpPr>
        <p:spPr>
          <a:xfrm>
            <a:off x="365760" y="1950720"/>
            <a:ext cx="1877700" cy="4923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77" name="Google Shape;1277;p144"/>
          <p:cNvSpPr txBox="1">
            <a:spLocks noGrp="1"/>
          </p:cNvSpPr>
          <p:nvPr>
            <p:ph type="subTitle" idx="15"/>
          </p:nvPr>
        </p:nvSpPr>
        <p:spPr>
          <a:xfrm>
            <a:off x="1682496" y="3121152"/>
            <a:ext cx="1158300" cy="4923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78" name="Google Shape;1278;p144"/>
          <p:cNvSpPr txBox="1">
            <a:spLocks noGrp="1"/>
          </p:cNvSpPr>
          <p:nvPr>
            <p:ph type="subTitle" idx="16"/>
          </p:nvPr>
        </p:nvSpPr>
        <p:spPr>
          <a:xfrm>
            <a:off x="6522720" y="3121152"/>
            <a:ext cx="1158300" cy="4923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79" name="Google Shape;1279;p144"/>
          <p:cNvSpPr txBox="1">
            <a:spLocks noGrp="1"/>
          </p:cNvSpPr>
          <p:nvPr>
            <p:ph type="subTitle" idx="17"/>
          </p:nvPr>
        </p:nvSpPr>
        <p:spPr>
          <a:xfrm>
            <a:off x="7607808" y="1950720"/>
            <a:ext cx="1877700" cy="4923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6">
  <p:cSld name="BLANK_2_6"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1" name="Google Shape;1281;p1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2676807" y="-2669607"/>
            <a:ext cx="6840000" cy="12190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145"/>
          <p:cNvSpPr txBox="1"/>
          <p:nvPr/>
        </p:nvSpPr>
        <p:spPr>
          <a:xfrm>
            <a:off x="1471" y="0"/>
            <a:ext cx="12192000" cy="6858000"/>
          </a:xfrm>
          <a:prstGeom prst="rect">
            <a:avLst/>
          </a:prstGeom>
          <a:gradFill>
            <a:gsLst>
              <a:gs pos="0">
                <a:srgbClr val="7521A7">
                  <a:alpha val="73725"/>
                  <a:alpha val="92700"/>
                </a:srgbClr>
              </a:gs>
              <a:gs pos="100000">
                <a:srgbClr val="3146DD">
                  <a:alpha val="73725"/>
                  <a:alpha val="927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3" name="Google Shape;1283;p145"/>
          <p:cNvSpPr/>
          <p:nvPr/>
        </p:nvSpPr>
        <p:spPr>
          <a:xfrm>
            <a:off x="1450" y="5739"/>
            <a:ext cx="12192000" cy="2608800"/>
          </a:xfrm>
          <a:prstGeom prst="rect">
            <a:avLst/>
          </a:prstGeom>
          <a:gradFill>
            <a:gsLst>
              <a:gs pos="0">
                <a:srgbClr val="7521A7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145"/>
          <p:cNvSpPr txBox="1">
            <a:spLocks noGrp="1"/>
          </p:cNvSpPr>
          <p:nvPr>
            <p:ph type="title"/>
          </p:nvPr>
        </p:nvSpPr>
        <p:spPr>
          <a:xfrm>
            <a:off x="914400" y="3352800"/>
            <a:ext cx="9108300" cy="9852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Open Sans"/>
              <a:buNone/>
              <a:defRPr sz="67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6700"/>
              <a:buNone/>
              <a:defRPr sz="6700">
                <a:solidFill>
                  <a:srgbClr val="0C0C0C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6700"/>
              <a:buNone/>
              <a:defRPr sz="6700">
                <a:solidFill>
                  <a:srgbClr val="0C0C0C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6700"/>
              <a:buNone/>
              <a:defRPr sz="6700">
                <a:solidFill>
                  <a:srgbClr val="0C0C0C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6700"/>
              <a:buNone/>
              <a:defRPr sz="6700">
                <a:solidFill>
                  <a:srgbClr val="0C0C0C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6700"/>
              <a:buNone/>
              <a:defRPr sz="6700">
                <a:solidFill>
                  <a:srgbClr val="0C0C0C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6700"/>
              <a:buNone/>
              <a:defRPr sz="6700">
                <a:solidFill>
                  <a:srgbClr val="0C0C0C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6700"/>
              <a:buNone/>
              <a:defRPr sz="6700">
                <a:solidFill>
                  <a:srgbClr val="0C0C0C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6700"/>
              <a:buNone/>
              <a:defRPr sz="6700"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5">
  <p:cSld name="BLANK_2_5"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46"/>
          <p:cNvSpPr/>
          <p:nvPr/>
        </p:nvSpPr>
        <p:spPr>
          <a:xfrm>
            <a:off x="0" y="6089800"/>
            <a:ext cx="12192000" cy="7683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87" name="Google Shape;1287;p146"/>
          <p:cNvCxnSpPr/>
          <p:nvPr/>
        </p:nvCxnSpPr>
        <p:spPr>
          <a:xfrm>
            <a:off x="362400" y="6089800"/>
            <a:ext cx="11467200" cy="0"/>
          </a:xfrm>
          <a:prstGeom prst="straightConnector1">
            <a:avLst/>
          </a:prstGeom>
          <a:noFill/>
          <a:ln w="9525" cap="flat" cmpd="sng">
            <a:solidFill>
              <a:srgbClr val="5532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8" name="Google Shape;1288;p146"/>
          <p:cNvSpPr/>
          <p:nvPr/>
        </p:nvSpPr>
        <p:spPr>
          <a:xfrm>
            <a:off x="3703316" y="807034"/>
            <a:ext cx="4737600" cy="4737600"/>
          </a:xfrm>
          <a:prstGeom prst="ellipse">
            <a:avLst/>
          </a:prstGeom>
          <a:noFill/>
          <a:ln w="19050" cap="flat" cmpd="sng">
            <a:solidFill>
              <a:srgbClr val="D5D8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146"/>
          <p:cNvSpPr/>
          <p:nvPr/>
        </p:nvSpPr>
        <p:spPr>
          <a:xfrm>
            <a:off x="4023217" y="1401000"/>
            <a:ext cx="501900" cy="501900"/>
          </a:xfrm>
          <a:prstGeom prst="ellipse">
            <a:avLst/>
          </a:prstGeom>
          <a:solidFill>
            <a:srgbClr val="5532C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146"/>
          <p:cNvSpPr/>
          <p:nvPr/>
        </p:nvSpPr>
        <p:spPr>
          <a:xfrm>
            <a:off x="3484600" y="2924884"/>
            <a:ext cx="501900" cy="501900"/>
          </a:xfrm>
          <a:prstGeom prst="ellipse">
            <a:avLst/>
          </a:prstGeom>
          <a:solidFill>
            <a:srgbClr val="5532C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146"/>
          <p:cNvSpPr/>
          <p:nvPr/>
        </p:nvSpPr>
        <p:spPr>
          <a:xfrm>
            <a:off x="4023217" y="4404733"/>
            <a:ext cx="501900" cy="501900"/>
          </a:xfrm>
          <a:prstGeom prst="ellipse">
            <a:avLst/>
          </a:prstGeom>
          <a:solidFill>
            <a:srgbClr val="5532C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146"/>
          <p:cNvSpPr/>
          <p:nvPr/>
        </p:nvSpPr>
        <p:spPr>
          <a:xfrm flipH="1">
            <a:off x="7618948" y="1401000"/>
            <a:ext cx="501900" cy="501900"/>
          </a:xfrm>
          <a:prstGeom prst="ellipse">
            <a:avLst/>
          </a:prstGeom>
          <a:solidFill>
            <a:srgbClr val="5532C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146"/>
          <p:cNvSpPr/>
          <p:nvPr/>
        </p:nvSpPr>
        <p:spPr>
          <a:xfrm flipH="1">
            <a:off x="8157714" y="2924884"/>
            <a:ext cx="501900" cy="501900"/>
          </a:xfrm>
          <a:prstGeom prst="ellipse">
            <a:avLst/>
          </a:prstGeom>
          <a:solidFill>
            <a:srgbClr val="5532C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146"/>
          <p:cNvSpPr/>
          <p:nvPr/>
        </p:nvSpPr>
        <p:spPr>
          <a:xfrm flipH="1">
            <a:off x="7646281" y="4404733"/>
            <a:ext cx="501900" cy="501900"/>
          </a:xfrm>
          <a:prstGeom prst="ellipse">
            <a:avLst/>
          </a:prstGeom>
          <a:solidFill>
            <a:srgbClr val="5532C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1295" name="Google Shape;1295;p146"/>
          <p:cNvSpPr>
            <a:spLocks noGrp="1"/>
          </p:cNvSpPr>
          <p:nvPr>
            <p:ph type="pic" idx="2"/>
          </p:nvPr>
        </p:nvSpPr>
        <p:spPr>
          <a:xfrm>
            <a:off x="4390033" y="1493567"/>
            <a:ext cx="3364500" cy="3364500"/>
          </a:xfrm>
          <a:prstGeom prst="ellipse">
            <a:avLst/>
          </a:prstGeom>
          <a:noFill/>
          <a:ln w="38100" cap="flat" cmpd="sng">
            <a:solidFill>
              <a:srgbClr val="DEDDF6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6" name="Google Shape;1296;p146"/>
          <p:cNvSpPr txBox="1"/>
          <p:nvPr/>
        </p:nvSpPr>
        <p:spPr>
          <a:xfrm>
            <a:off x="0" y="0"/>
            <a:ext cx="12192000" cy="1956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7" name="Google Shape;1297;p146"/>
          <p:cNvSpPr txBox="1">
            <a:spLocks noGrp="1"/>
          </p:cNvSpPr>
          <p:nvPr>
            <p:ph type="subTitle" idx="1"/>
          </p:nvPr>
        </p:nvSpPr>
        <p:spPr>
          <a:xfrm>
            <a:off x="352800" y="6260950"/>
            <a:ext cx="11486400" cy="4260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298" name="Google Shape;1298;p146"/>
          <p:cNvSpPr txBox="1">
            <a:spLocks noGrp="1"/>
          </p:cNvSpPr>
          <p:nvPr>
            <p:ph type="title"/>
          </p:nvPr>
        </p:nvSpPr>
        <p:spPr>
          <a:xfrm>
            <a:off x="4794367" y="2617267"/>
            <a:ext cx="2603100" cy="10731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  <a:defRPr sz="4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99" name="Google Shape;1299;p146"/>
          <p:cNvSpPr txBox="1">
            <a:spLocks noGrp="1"/>
          </p:cNvSpPr>
          <p:nvPr>
            <p:ph type="subTitle" idx="3"/>
          </p:nvPr>
        </p:nvSpPr>
        <p:spPr>
          <a:xfrm>
            <a:off x="314850" y="1485150"/>
            <a:ext cx="3522900" cy="3336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Autofit/>
          </a:bodyPr>
          <a:lstStyle>
            <a:lvl1pPr lvl="0" algn="r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0" name="Google Shape;1300;p146"/>
          <p:cNvSpPr txBox="1">
            <a:spLocks noGrp="1"/>
          </p:cNvSpPr>
          <p:nvPr>
            <p:ph type="subTitle" idx="4"/>
          </p:nvPr>
        </p:nvSpPr>
        <p:spPr>
          <a:xfrm>
            <a:off x="286200" y="3009034"/>
            <a:ext cx="3050400" cy="3336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Autofit/>
          </a:bodyPr>
          <a:lstStyle>
            <a:lvl1pPr lvl="0" algn="r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1" name="Google Shape;1301;p146"/>
          <p:cNvSpPr txBox="1">
            <a:spLocks noGrp="1"/>
          </p:cNvSpPr>
          <p:nvPr>
            <p:ph type="subTitle" idx="5"/>
          </p:nvPr>
        </p:nvSpPr>
        <p:spPr>
          <a:xfrm>
            <a:off x="314850" y="4488883"/>
            <a:ext cx="3522900" cy="3336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Autofit/>
          </a:bodyPr>
          <a:lstStyle>
            <a:lvl1pPr lvl="0" algn="r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2" name="Google Shape;1302;p146"/>
          <p:cNvSpPr txBox="1">
            <a:spLocks noGrp="1"/>
          </p:cNvSpPr>
          <p:nvPr>
            <p:ph type="subTitle" idx="6"/>
          </p:nvPr>
        </p:nvSpPr>
        <p:spPr>
          <a:xfrm>
            <a:off x="8306800" y="1485150"/>
            <a:ext cx="3532500" cy="3336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3" name="Google Shape;1303;p146"/>
          <p:cNvSpPr txBox="1">
            <a:spLocks noGrp="1"/>
          </p:cNvSpPr>
          <p:nvPr>
            <p:ph type="subTitle" idx="7"/>
          </p:nvPr>
        </p:nvSpPr>
        <p:spPr>
          <a:xfrm>
            <a:off x="8856508" y="3009034"/>
            <a:ext cx="3058800" cy="3336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4" name="Google Shape;1304;p146"/>
          <p:cNvSpPr txBox="1">
            <a:spLocks noGrp="1"/>
          </p:cNvSpPr>
          <p:nvPr>
            <p:ph type="subTitle" idx="8"/>
          </p:nvPr>
        </p:nvSpPr>
        <p:spPr>
          <a:xfrm>
            <a:off x="8306800" y="4488883"/>
            <a:ext cx="3532500" cy="3336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4">
  <p:cSld name="BLANK_2_4"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47"/>
          <p:cNvSpPr txBox="1">
            <a:spLocks noGrp="1"/>
          </p:cNvSpPr>
          <p:nvPr>
            <p:ph type="body" idx="1"/>
          </p:nvPr>
        </p:nvSpPr>
        <p:spPr>
          <a:xfrm>
            <a:off x="3381061" y="3656833"/>
            <a:ext cx="22860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810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1pPr>
            <a:lvl2pPr marL="914400" lvl="1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2pPr>
            <a:lvl3pPr marL="1371600" lvl="2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3pPr>
            <a:lvl4pPr marL="1828800" lvl="3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4pPr>
            <a:lvl5pPr marL="2286000" lvl="4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5pPr>
            <a:lvl6pPr marL="2743200" lvl="5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6pPr>
            <a:lvl7pPr marL="3200400" lvl="6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7pPr>
            <a:lvl8pPr marL="3657600" lvl="7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8pPr>
            <a:lvl9pPr marL="4114800" lvl="8" indent="-381000" algn="ctr" rtl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07" name="Google Shape;1307;p147"/>
          <p:cNvSpPr txBox="1">
            <a:spLocks noGrp="1"/>
          </p:cNvSpPr>
          <p:nvPr>
            <p:ph type="body" idx="2"/>
          </p:nvPr>
        </p:nvSpPr>
        <p:spPr>
          <a:xfrm>
            <a:off x="6510089" y="3656833"/>
            <a:ext cx="22860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810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1pPr>
            <a:lvl2pPr marL="914400" lvl="1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2pPr>
            <a:lvl3pPr marL="1371600" lvl="2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3pPr>
            <a:lvl4pPr marL="1828800" lvl="3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4pPr>
            <a:lvl5pPr marL="2286000" lvl="4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5pPr>
            <a:lvl6pPr marL="2743200" lvl="5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6pPr>
            <a:lvl7pPr marL="3200400" lvl="6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7pPr>
            <a:lvl8pPr marL="3657600" lvl="7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8pPr>
            <a:lvl9pPr marL="4114800" lvl="8" indent="-381000" algn="ctr" rtl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08" name="Google Shape;1308;p147"/>
          <p:cNvSpPr txBox="1"/>
          <p:nvPr/>
        </p:nvSpPr>
        <p:spPr>
          <a:xfrm>
            <a:off x="0" y="0"/>
            <a:ext cx="12192000" cy="1956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9" name="Google Shape;1309;p147"/>
          <p:cNvSpPr/>
          <p:nvPr/>
        </p:nvSpPr>
        <p:spPr>
          <a:xfrm>
            <a:off x="0" y="5500833"/>
            <a:ext cx="12201300" cy="13572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10" name="Google Shape;1310;p147"/>
          <p:cNvCxnSpPr/>
          <p:nvPr/>
        </p:nvCxnSpPr>
        <p:spPr>
          <a:xfrm>
            <a:off x="542483" y="5500833"/>
            <a:ext cx="11064900" cy="0"/>
          </a:xfrm>
          <a:prstGeom prst="straightConnector1">
            <a:avLst/>
          </a:prstGeom>
          <a:noFill/>
          <a:ln w="9525" cap="flat" cmpd="sng">
            <a:solidFill>
              <a:srgbClr val="5532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1" name="Google Shape;1311;p147"/>
          <p:cNvSpPr txBox="1">
            <a:spLocks noGrp="1"/>
          </p:cNvSpPr>
          <p:nvPr>
            <p:ph type="title"/>
          </p:nvPr>
        </p:nvSpPr>
        <p:spPr>
          <a:xfrm>
            <a:off x="1541767" y="914400"/>
            <a:ext cx="9108300" cy="9852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Open Sans"/>
              <a:buNone/>
              <a:defRPr sz="48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12" name="Google Shape;1312;p147"/>
          <p:cNvSpPr txBox="1">
            <a:spLocks noGrp="1"/>
          </p:cNvSpPr>
          <p:nvPr>
            <p:ph type="subTitle" idx="3"/>
          </p:nvPr>
        </p:nvSpPr>
        <p:spPr>
          <a:xfrm>
            <a:off x="2763967" y="1739392"/>
            <a:ext cx="6663900" cy="476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13" name="Google Shape;1313;p147"/>
          <p:cNvSpPr txBox="1">
            <a:spLocks noGrp="1"/>
          </p:cNvSpPr>
          <p:nvPr>
            <p:ph type="body" idx="4"/>
          </p:nvPr>
        </p:nvSpPr>
        <p:spPr>
          <a:xfrm>
            <a:off x="252033" y="3656833"/>
            <a:ext cx="22860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810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1pPr>
            <a:lvl2pPr marL="914400" lvl="1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2pPr>
            <a:lvl3pPr marL="1371600" lvl="2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3pPr>
            <a:lvl4pPr marL="1828800" lvl="3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4pPr>
            <a:lvl5pPr marL="2286000" lvl="4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5pPr>
            <a:lvl6pPr marL="2743200" lvl="5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6pPr>
            <a:lvl7pPr marL="3200400" lvl="6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7pPr>
            <a:lvl8pPr marL="3657600" lvl="7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8pPr>
            <a:lvl9pPr marL="4114800" lvl="8" indent="-381000" algn="ctr" rtl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14" name="Google Shape;1314;p147"/>
          <p:cNvSpPr txBox="1">
            <a:spLocks noGrp="1"/>
          </p:cNvSpPr>
          <p:nvPr>
            <p:ph type="body" idx="5"/>
          </p:nvPr>
        </p:nvSpPr>
        <p:spPr>
          <a:xfrm>
            <a:off x="9639117" y="3656833"/>
            <a:ext cx="22860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810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1pPr>
            <a:lvl2pPr marL="914400" lvl="1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2pPr>
            <a:lvl3pPr marL="1371600" lvl="2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3pPr>
            <a:lvl4pPr marL="1828800" lvl="3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4pPr>
            <a:lvl5pPr marL="2286000" lvl="4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5pPr>
            <a:lvl6pPr marL="2743200" lvl="5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6pPr>
            <a:lvl7pPr marL="3200400" lvl="6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  <a:defRPr sz="2400" b="1">
                <a:solidFill>
                  <a:srgbClr val="0C0C0C"/>
                </a:solidFill>
              </a:defRPr>
            </a:lvl7pPr>
            <a:lvl8pPr marL="3657600" lvl="7" indent="-3810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2400"/>
              <a:buChar char="○"/>
              <a:defRPr sz="2400" b="1">
                <a:solidFill>
                  <a:srgbClr val="0C0C0C"/>
                </a:solidFill>
              </a:defRPr>
            </a:lvl8pPr>
            <a:lvl9pPr marL="4114800" lvl="8" indent="-381000" algn="ctr" rtl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>
                <a:srgbClr val="0C0C0C"/>
              </a:buClr>
              <a:buSzPts val="2400"/>
              <a:buChar char="■"/>
              <a:defRPr sz="2400" b="1"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15" name="Google Shape;1315;p147"/>
          <p:cNvSpPr txBox="1">
            <a:spLocks noGrp="1"/>
          </p:cNvSpPr>
          <p:nvPr>
            <p:ph type="body" idx="6"/>
          </p:nvPr>
        </p:nvSpPr>
        <p:spPr>
          <a:xfrm>
            <a:off x="3549367" y="5608333"/>
            <a:ext cx="50931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3">
  <p:cSld name="BLANK_2_3"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148"/>
          <p:cNvSpPr/>
          <p:nvPr/>
        </p:nvSpPr>
        <p:spPr>
          <a:xfrm>
            <a:off x="0" y="5500833"/>
            <a:ext cx="12201300" cy="13572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18" name="Google Shape;1318;p148"/>
          <p:cNvCxnSpPr/>
          <p:nvPr/>
        </p:nvCxnSpPr>
        <p:spPr>
          <a:xfrm>
            <a:off x="542483" y="5500833"/>
            <a:ext cx="11064900" cy="0"/>
          </a:xfrm>
          <a:prstGeom prst="straightConnector1">
            <a:avLst/>
          </a:prstGeom>
          <a:noFill/>
          <a:ln w="9525" cap="flat" cmpd="sng">
            <a:solidFill>
              <a:srgbClr val="5532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9" name="Google Shape;1319;p148"/>
          <p:cNvSpPr txBox="1"/>
          <p:nvPr/>
        </p:nvSpPr>
        <p:spPr>
          <a:xfrm>
            <a:off x="0" y="0"/>
            <a:ext cx="12192000" cy="1956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0" name="Google Shape;1320;p148"/>
          <p:cNvSpPr txBox="1">
            <a:spLocks noGrp="1"/>
          </p:cNvSpPr>
          <p:nvPr>
            <p:ph type="title"/>
          </p:nvPr>
        </p:nvSpPr>
        <p:spPr>
          <a:xfrm>
            <a:off x="1541767" y="914400"/>
            <a:ext cx="9108300" cy="9852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Open Sans"/>
              <a:buNone/>
              <a:defRPr sz="48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21" name="Google Shape;1321;p148"/>
          <p:cNvSpPr txBox="1">
            <a:spLocks noGrp="1"/>
          </p:cNvSpPr>
          <p:nvPr>
            <p:ph type="body" idx="1"/>
          </p:nvPr>
        </p:nvSpPr>
        <p:spPr>
          <a:xfrm>
            <a:off x="720451" y="4519014"/>
            <a:ext cx="24384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22" name="Google Shape;1322;p148"/>
          <p:cNvSpPr txBox="1">
            <a:spLocks noGrp="1"/>
          </p:cNvSpPr>
          <p:nvPr>
            <p:ph type="subTitle" idx="2"/>
          </p:nvPr>
        </p:nvSpPr>
        <p:spPr>
          <a:xfrm>
            <a:off x="720451" y="4114748"/>
            <a:ext cx="24384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23" name="Google Shape;1323;p148"/>
          <p:cNvSpPr txBox="1">
            <a:spLocks noGrp="1"/>
          </p:cNvSpPr>
          <p:nvPr>
            <p:ph type="body" idx="3"/>
          </p:nvPr>
        </p:nvSpPr>
        <p:spPr>
          <a:xfrm>
            <a:off x="3491317" y="4519014"/>
            <a:ext cx="24384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24" name="Google Shape;1324;p148"/>
          <p:cNvSpPr txBox="1">
            <a:spLocks noGrp="1"/>
          </p:cNvSpPr>
          <p:nvPr>
            <p:ph type="subTitle" idx="4"/>
          </p:nvPr>
        </p:nvSpPr>
        <p:spPr>
          <a:xfrm>
            <a:off x="3491317" y="4114748"/>
            <a:ext cx="24384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25" name="Google Shape;1325;p148"/>
          <p:cNvSpPr txBox="1">
            <a:spLocks noGrp="1"/>
          </p:cNvSpPr>
          <p:nvPr>
            <p:ph type="body" idx="5"/>
          </p:nvPr>
        </p:nvSpPr>
        <p:spPr>
          <a:xfrm>
            <a:off x="6262184" y="4519014"/>
            <a:ext cx="24384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26" name="Google Shape;1326;p148"/>
          <p:cNvSpPr txBox="1">
            <a:spLocks noGrp="1"/>
          </p:cNvSpPr>
          <p:nvPr>
            <p:ph type="subTitle" idx="6"/>
          </p:nvPr>
        </p:nvSpPr>
        <p:spPr>
          <a:xfrm>
            <a:off x="6262184" y="4114748"/>
            <a:ext cx="24384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27" name="Google Shape;1327;p148"/>
          <p:cNvSpPr txBox="1">
            <a:spLocks noGrp="1"/>
          </p:cNvSpPr>
          <p:nvPr>
            <p:ph type="body" idx="7"/>
          </p:nvPr>
        </p:nvSpPr>
        <p:spPr>
          <a:xfrm>
            <a:off x="9033051" y="4519014"/>
            <a:ext cx="24384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28" name="Google Shape;1328;p148"/>
          <p:cNvSpPr txBox="1">
            <a:spLocks noGrp="1"/>
          </p:cNvSpPr>
          <p:nvPr>
            <p:ph type="subTitle" idx="8"/>
          </p:nvPr>
        </p:nvSpPr>
        <p:spPr>
          <a:xfrm>
            <a:off x="9033051" y="4114748"/>
            <a:ext cx="24384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29" name="Google Shape;1329;p148"/>
          <p:cNvSpPr txBox="1">
            <a:spLocks noGrp="1"/>
          </p:cNvSpPr>
          <p:nvPr>
            <p:ph type="subTitle" idx="9"/>
          </p:nvPr>
        </p:nvSpPr>
        <p:spPr>
          <a:xfrm>
            <a:off x="2763967" y="1739392"/>
            <a:ext cx="6663900" cy="476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3 1">
  <p:cSld name="BLANK_2_3_1"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49"/>
          <p:cNvSpPr txBox="1">
            <a:spLocks noGrp="1"/>
          </p:cNvSpPr>
          <p:nvPr>
            <p:ph type="body" idx="1"/>
          </p:nvPr>
        </p:nvSpPr>
        <p:spPr>
          <a:xfrm>
            <a:off x="215776" y="4214214"/>
            <a:ext cx="18288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32" name="Google Shape;1332;p149"/>
          <p:cNvSpPr txBox="1">
            <a:spLocks noGrp="1"/>
          </p:cNvSpPr>
          <p:nvPr>
            <p:ph type="subTitle" idx="2"/>
          </p:nvPr>
        </p:nvSpPr>
        <p:spPr>
          <a:xfrm>
            <a:off x="215776" y="3809948"/>
            <a:ext cx="18288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33" name="Google Shape;1333;p149"/>
          <p:cNvSpPr txBox="1">
            <a:spLocks noGrp="1"/>
          </p:cNvSpPr>
          <p:nvPr>
            <p:ph type="body" idx="3"/>
          </p:nvPr>
        </p:nvSpPr>
        <p:spPr>
          <a:xfrm>
            <a:off x="2193676" y="4214214"/>
            <a:ext cx="18288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34" name="Google Shape;1334;p149"/>
          <p:cNvSpPr txBox="1">
            <a:spLocks noGrp="1"/>
          </p:cNvSpPr>
          <p:nvPr>
            <p:ph type="subTitle" idx="4"/>
          </p:nvPr>
        </p:nvSpPr>
        <p:spPr>
          <a:xfrm>
            <a:off x="2193676" y="3809948"/>
            <a:ext cx="18288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35" name="Google Shape;1335;p149"/>
          <p:cNvSpPr txBox="1">
            <a:spLocks noGrp="1"/>
          </p:cNvSpPr>
          <p:nvPr>
            <p:ph type="body" idx="5"/>
          </p:nvPr>
        </p:nvSpPr>
        <p:spPr>
          <a:xfrm>
            <a:off x="4171576" y="4214214"/>
            <a:ext cx="18288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36" name="Google Shape;1336;p149"/>
          <p:cNvSpPr txBox="1">
            <a:spLocks noGrp="1"/>
          </p:cNvSpPr>
          <p:nvPr>
            <p:ph type="subTitle" idx="6"/>
          </p:nvPr>
        </p:nvSpPr>
        <p:spPr>
          <a:xfrm>
            <a:off x="4171576" y="3809948"/>
            <a:ext cx="18288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37" name="Google Shape;1337;p149"/>
          <p:cNvSpPr txBox="1">
            <a:spLocks noGrp="1"/>
          </p:cNvSpPr>
          <p:nvPr>
            <p:ph type="body" idx="7"/>
          </p:nvPr>
        </p:nvSpPr>
        <p:spPr>
          <a:xfrm>
            <a:off x="6149476" y="4214214"/>
            <a:ext cx="18288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38" name="Google Shape;1338;p149"/>
          <p:cNvSpPr txBox="1">
            <a:spLocks noGrp="1"/>
          </p:cNvSpPr>
          <p:nvPr>
            <p:ph type="subTitle" idx="8"/>
          </p:nvPr>
        </p:nvSpPr>
        <p:spPr>
          <a:xfrm>
            <a:off x="6149476" y="3809948"/>
            <a:ext cx="18288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39" name="Google Shape;1339;p149"/>
          <p:cNvSpPr txBox="1">
            <a:spLocks noGrp="1"/>
          </p:cNvSpPr>
          <p:nvPr>
            <p:ph type="body" idx="9"/>
          </p:nvPr>
        </p:nvSpPr>
        <p:spPr>
          <a:xfrm>
            <a:off x="8127376" y="4214214"/>
            <a:ext cx="18288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40" name="Google Shape;1340;p149"/>
          <p:cNvSpPr txBox="1">
            <a:spLocks noGrp="1"/>
          </p:cNvSpPr>
          <p:nvPr>
            <p:ph type="subTitle" idx="13"/>
          </p:nvPr>
        </p:nvSpPr>
        <p:spPr>
          <a:xfrm>
            <a:off x="8127376" y="3809948"/>
            <a:ext cx="18288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41" name="Google Shape;1341;p149"/>
          <p:cNvSpPr txBox="1">
            <a:spLocks noGrp="1"/>
          </p:cNvSpPr>
          <p:nvPr>
            <p:ph type="body" idx="14"/>
          </p:nvPr>
        </p:nvSpPr>
        <p:spPr>
          <a:xfrm>
            <a:off x="10105276" y="4214214"/>
            <a:ext cx="18288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42" name="Google Shape;1342;p149"/>
          <p:cNvSpPr txBox="1">
            <a:spLocks noGrp="1"/>
          </p:cNvSpPr>
          <p:nvPr>
            <p:ph type="subTitle" idx="15"/>
          </p:nvPr>
        </p:nvSpPr>
        <p:spPr>
          <a:xfrm>
            <a:off x="10105276" y="3809948"/>
            <a:ext cx="18288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43" name="Google Shape;1343;p149"/>
          <p:cNvSpPr/>
          <p:nvPr/>
        </p:nvSpPr>
        <p:spPr>
          <a:xfrm>
            <a:off x="0" y="5943599"/>
            <a:ext cx="12201300" cy="91440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4" name="Google Shape;1344;p149"/>
          <p:cNvCxnSpPr/>
          <p:nvPr/>
        </p:nvCxnSpPr>
        <p:spPr>
          <a:xfrm>
            <a:off x="542483" y="5943608"/>
            <a:ext cx="11064900" cy="0"/>
          </a:xfrm>
          <a:prstGeom prst="straightConnector1">
            <a:avLst/>
          </a:prstGeom>
          <a:noFill/>
          <a:ln w="9525" cap="flat" cmpd="sng">
            <a:solidFill>
              <a:srgbClr val="E54F6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5" name="Google Shape;1345;p149"/>
          <p:cNvSpPr txBox="1">
            <a:spLocks noGrp="1"/>
          </p:cNvSpPr>
          <p:nvPr>
            <p:ph type="title"/>
          </p:nvPr>
        </p:nvSpPr>
        <p:spPr>
          <a:xfrm>
            <a:off x="1541767" y="914400"/>
            <a:ext cx="9108300" cy="9852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Open Sans"/>
              <a:buNone/>
              <a:defRPr sz="48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46" name="Google Shape;1346;p149"/>
          <p:cNvSpPr txBox="1">
            <a:spLocks noGrp="1"/>
          </p:cNvSpPr>
          <p:nvPr>
            <p:ph type="subTitle" idx="16"/>
          </p:nvPr>
        </p:nvSpPr>
        <p:spPr>
          <a:xfrm>
            <a:off x="2763967" y="1739392"/>
            <a:ext cx="6663900" cy="476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47" name="Google Shape;1347;p149"/>
          <p:cNvSpPr txBox="1">
            <a:spLocks noGrp="1"/>
          </p:cNvSpPr>
          <p:nvPr>
            <p:ph type="subTitle" idx="17"/>
          </p:nvPr>
        </p:nvSpPr>
        <p:spPr>
          <a:xfrm>
            <a:off x="352800" y="6264000"/>
            <a:ext cx="11486400" cy="4260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  <a:defRPr sz="1700"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2">
  <p:cSld name="BLANK_2_2"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50"/>
          <p:cNvSpPr txBox="1">
            <a:spLocks noGrp="1"/>
          </p:cNvSpPr>
          <p:nvPr>
            <p:ph type="body" idx="1"/>
          </p:nvPr>
        </p:nvSpPr>
        <p:spPr>
          <a:xfrm>
            <a:off x="464633" y="2535932"/>
            <a:ext cx="34299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50" name="Google Shape;1350;p150"/>
          <p:cNvSpPr txBox="1">
            <a:spLocks noGrp="1"/>
          </p:cNvSpPr>
          <p:nvPr>
            <p:ph type="body" idx="2"/>
          </p:nvPr>
        </p:nvSpPr>
        <p:spPr>
          <a:xfrm>
            <a:off x="4375633" y="2535932"/>
            <a:ext cx="34299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51" name="Google Shape;1351;p150"/>
          <p:cNvSpPr txBox="1">
            <a:spLocks noGrp="1"/>
          </p:cNvSpPr>
          <p:nvPr>
            <p:ph type="body" idx="3"/>
          </p:nvPr>
        </p:nvSpPr>
        <p:spPr>
          <a:xfrm>
            <a:off x="8308467" y="2535932"/>
            <a:ext cx="3429900" cy="10851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marL="457200" lvl="0" indent="-3302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Open Sans"/>
              <a:buChar char="●"/>
              <a:defRPr sz="1600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●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○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4290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Char char="■"/>
              <a:defRPr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52" name="Google Shape;1352;p150"/>
          <p:cNvSpPr txBox="1"/>
          <p:nvPr/>
        </p:nvSpPr>
        <p:spPr>
          <a:xfrm>
            <a:off x="0" y="0"/>
            <a:ext cx="12192000" cy="1956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3" name="Google Shape;1353;p150"/>
          <p:cNvSpPr/>
          <p:nvPr/>
        </p:nvSpPr>
        <p:spPr>
          <a:xfrm>
            <a:off x="0" y="5651728"/>
            <a:ext cx="12192000" cy="12063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54" name="Google Shape;1354;p150"/>
          <p:cNvCxnSpPr/>
          <p:nvPr/>
        </p:nvCxnSpPr>
        <p:spPr>
          <a:xfrm>
            <a:off x="362400" y="5651733"/>
            <a:ext cx="11467200" cy="0"/>
          </a:xfrm>
          <a:prstGeom prst="straightConnector1">
            <a:avLst/>
          </a:prstGeom>
          <a:noFill/>
          <a:ln w="9525" cap="flat" cmpd="sng">
            <a:solidFill>
              <a:srgbClr val="5532C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5" name="Google Shape;1355;p150"/>
          <p:cNvCxnSpPr/>
          <p:nvPr/>
        </p:nvCxnSpPr>
        <p:spPr>
          <a:xfrm flipH="1">
            <a:off x="4102849" y="2655400"/>
            <a:ext cx="900" cy="20769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6" name="Google Shape;1356;p150"/>
          <p:cNvCxnSpPr/>
          <p:nvPr/>
        </p:nvCxnSpPr>
        <p:spPr>
          <a:xfrm>
            <a:off x="8077549" y="2655400"/>
            <a:ext cx="2700" cy="2120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7" name="Google Shape;1357;p150"/>
          <p:cNvSpPr txBox="1">
            <a:spLocks noGrp="1"/>
          </p:cNvSpPr>
          <p:nvPr>
            <p:ph type="title"/>
          </p:nvPr>
        </p:nvSpPr>
        <p:spPr>
          <a:xfrm>
            <a:off x="1541767" y="609600"/>
            <a:ext cx="9108300" cy="9852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Open Sans"/>
              <a:buNone/>
              <a:defRPr sz="48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58" name="Google Shape;1358;p150"/>
          <p:cNvSpPr txBox="1">
            <a:spLocks noGrp="1"/>
          </p:cNvSpPr>
          <p:nvPr>
            <p:ph type="subTitle" idx="4"/>
          </p:nvPr>
        </p:nvSpPr>
        <p:spPr>
          <a:xfrm>
            <a:off x="464633" y="1975100"/>
            <a:ext cx="34299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59" name="Google Shape;1359;p150"/>
          <p:cNvSpPr txBox="1">
            <a:spLocks noGrp="1"/>
          </p:cNvSpPr>
          <p:nvPr>
            <p:ph type="subTitle" idx="5"/>
          </p:nvPr>
        </p:nvSpPr>
        <p:spPr>
          <a:xfrm>
            <a:off x="4375633" y="1975100"/>
            <a:ext cx="34299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60" name="Google Shape;1360;p150"/>
          <p:cNvSpPr txBox="1">
            <a:spLocks noGrp="1"/>
          </p:cNvSpPr>
          <p:nvPr>
            <p:ph type="subTitle" idx="6"/>
          </p:nvPr>
        </p:nvSpPr>
        <p:spPr>
          <a:xfrm>
            <a:off x="8308467" y="1975100"/>
            <a:ext cx="3429900" cy="524700"/>
          </a:xfrm>
          <a:prstGeom prst="rect">
            <a:avLst/>
          </a:prstGeom>
        </p:spPr>
        <p:txBody>
          <a:bodyPr spcFirstLastPara="1" wrap="square" lIns="45675" tIns="45675" rIns="45675" bIns="45675" anchor="b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7421A7"/>
              </a:buClr>
              <a:buSzPts val="2400"/>
              <a:buFont typeface="Open Sans"/>
              <a:buNone/>
              <a:defRPr sz="2400" b="1">
                <a:solidFill>
                  <a:srgbClr val="7421A7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61" name="Google Shape;1361;p150"/>
          <p:cNvSpPr txBox="1">
            <a:spLocks noGrp="1"/>
          </p:cNvSpPr>
          <p:nvPr>
            <p:ph type="subTitle" idx="7"/>
          </p:nvPr>
        </p:nvSpPr>
        <p:spPr>
          <a:xfrm>
            <a:off x="1428267" y="6092967"/>
            <a:ext cx="3602700" cy="4260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62" name="Google Shape;1362;p150"/>
          <p:cNvSpPr txBox="1">
            <a:spLocks noGrp="1"/>
          </p:cNvSpPr>
          <p:nvPr>
            <p:ph type="subTitle" idx="8"/>
          </p:nvPr>
        </p:nvSpPr>
        <p:spPr>
          <a:xfrm>
            <a:off x="5100367" y="6092952"/>
            <a:ext cx="6400800" cy="4260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900"/>
              <a:buNone/>
              <a:defRPr sz="1900"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1">
  <p:cSld name="BLANK_2_1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1 2">
  <p:cSld name="BLANK_2_1_2"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152"/>
          <p:cNvSpPr txBox="1">
            <a:spLocks noGrp="1"/>
          </p:cNvSpPr>
          <p:nvPr>
            <p:ph type="title"/>
          </p:nvPr>
        </p:nvSpPr>
        <p:spPr>
          <a:xfrm>
            <a:off x="902733" y="1463033"/>
            <a:ext cx="6714300" cy="9852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Open Sans"/>
              <a:buNone/>
              <a:defRPr sz="48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66" name="Google Shape;1366;p152"/>
          <p:cNvSpPr txBox="1">
            <a:spLocks noGrp="1"/>
          </p:cNvSpPr>
          <p:nvPr>
            <p:ph type="subTitle" idx="1"/>
          </p:nvPr>
        </p:nvSpPr>
        <p:spPr>
          <a:xfrm>
            <a:off x="496233" y="3797067"/>
            <a:ext cx="1673700" cy="476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67" name="Google Shape;1367;p152"/>
          <p:cNvSpPr txBox="1">
            <a:spLocks noGrp="1"/>
          </p:cNvSpPr>
          <p:nvPr>
            <p:ph type="subTitle" idx="2"/>
          </p:nvPr>
        </p:nvSpPr>
        <p:spPr>
          <a:xfrm>
            <a:off x="2380600" y="3797067"/>
            <a:ext cx="1673700" cy="476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68" name="Google Shape;1368;p152"/>
          <p:cNvSpPr txBox="1">
            <a:spLocks noGrp="1"/>
          </p:cNvSpPr>
          <p:nvPr>
            <p:ph type="subTitle" idx="3"/>
          </p:nvPr>
        </p:nvSpPr>
        <p:spPr>
          <a:xfrm>
            <a:off x="4264967" y="3797067"/>
            <a:ext cx="1673700" cy="476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69" name="Google Shape;1369;p152"/>
          <p:cNvSpPr txBox="1">
            <a:spLocks noGrp="1"/>
          </p:cNvSpPr>
          <p:nvPr>
            <p:ph type="subTitle" idx="4"/>
          </p:nvPr>
        </p:nvSpPr>
        <p:spPr>
          <a:xfrm>
            <a:off x="6149333" y="3797067"/>
            <a:ext cx="1673700" cy="476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1 1">
  <p:cSld name="BLANK_2_1_1"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53"/>
          <p:cNvSpPr txBox="1">
            <a:spLocks noGrp="1"/>
          </p:cNvSpPr>
          <p:nvPr>
            <p:ph type="title"/>
          </p:nvPr>
        </p:nvSpPr>
        <p:spPr>
          <a:xfrm>
            <a:off x="1541767" y="376667"/>
            <a:ext cx="9108300" cy="9852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Open Sans"/>
              <a:buNone/>
              <a:defRPr sz="48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72" name="Google Shape;1372;p153"/>
          <p:cNvSpPr txBox="1">
            <a:spLocks noGrp="1"/>
          </p:cNvSpPr>
          <p:nvPr>
            <p:ph type="subTitle" idx="1"/>
          </p:nvPr>
        </p:nvSpPr>
        <p:spPr>
          <a:xfrm>
            <a:off x="1541767" y="4397667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73" name="Google Shape;1373;p153"/>
          <p:cNvSpPr txBox="1">
            <a:spLocks noGrp="1"/>
          </p:cNvSpPr>
          <p:nvPr>
            <p:ph type="subTitle" idx="2"/>
          </p:nvPr>
        </p:nvSpPr>
        <p:spPr>
          <a:xfrm>
            <a:off x="3949633" y="4397667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74" name="Google Shape;1374;p153"/>
          <p:cNvSpPr txBox="1">
            <a:spLocks noGrp="1"/>
          </p:cNvSpPr>
          <p:nvPr>
            <p:ph type="subTitle" idx="3"/>
          </p:nvPr>
        </p:nvSpPr>
        <p:spPr>
          <a:xfrm>
            <a:off x="6357500" y="4397667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75" name="Google Shape;1375;p153"/>
          <p:cNvSpPr txBox="1">
            <a:spLocks noGrp="1"/>
          </p:cNvSpPr>
          <p:nvPr>
            <p:ph type="subTitle" idx="4"/>
          </p:nvPr>
        </p:nvSpPr>
        <p:spPr>
          <a:xfrm>
            <a:off x="8765367" y="4397667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76" name="Google Shape;1376;p153"/>
          <p:cNvSpPr txBox="1">
            <a:spLocks noGrp="1"/>
          </p:cNvSpPr>
          <p:nvPr>
            <p:ph type="subTitle" idx="5"/>
          </p:nvPr>
        </p:nvSpPr>
        <p:spPr>
          <a:xfrm>
            <a:off x="1145367" y="1201667"/>
            <a:ext cx="9901200" cy="476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>
                <a:solidFill>
                  <a:srgbClr val="0C0C0C"/>
                </a:solidFill>
              </a:defRPr>
            </a:lvl9pPr>
          </a:lstStyle>
          <a:p>
            <a:endParaRPr/>
          </a:p>
        </p:txBody>
      </p:sp>
      <p:sp>
        <p:nvSpPr>
          <p:cNvPr id="1377" name="Google Shape;1377;p153"/>
          <p:cNvSpPr txBox="1">
            <a:spLocks noGrp="1"/>
          </p:cNvSpPr>
          <p:nvPr>
            <p:ph type="subTitle" idx="6"/>
          </p:nvPr>
        </p:nvSpPr>
        <p:spPr>
          <a:xfrm>
            <a:off x="1541767" y="5071872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378" name="Google Shape;1378;p153"/>
          <p:cNvSpPr txBox="1">
            <a:spLocks noGrp="1"/>
          </p:cNvSpPr>
          <p:nvPr>
            <p:ph type="subTitle" idx="7"/>
          </p:nvPr>
        </p:nvSpPr>
        <p:spPr>
          <a:xfrm>
            <a:off x="3949633" y="5071872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379" name="Google Shape;1379;p153"/>
          <p:cNvSpPr txBox="1">
            <a:spLocks noGrp="1"/>
          </p:cNvSpPr>
          <p:nvPr>
            <p:ph type="subTitle" idx="8"/>
          </p:nvPr>
        </p:nvSpPr>
        <p:spPr>
          <a:xfrm>
            <a:off x="6357500" y="5071872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380" name="Google Shape;1380;p153"/>
          <p:cNvSpPr txBox="1">
            <a:spLocks noGrp="1"/>
          </p:cNvSpPr>
          <p:nvPr>
            <p:ph type="subTitle" idx="9"/>
          </p:nvPr>
        </p:nvSpPr>
        <p:spPr>
          <a:xfrm>
            <a:off x="8765367" y="5071872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381" name="Google Shape;1381;p153"/>
          <p:cNvSpPr txBox="1"/>
          <p:nvPr/>
        </p:nvSpPr>
        <p:spPr>
          <a:xfrm>
            <a:off x="0" y="0"/>
            <a:ext cx="12192000" cy="195600"/>
          </a:xfrm>
          <a:prstGeom prst="rect">
            <a:avLst/>
          </a:prstGeom>
          <a:gradFill>
            <a:gsLst>
              <a:gs pos="0">
                <a:srgbClr val="7421A7"/>
              </a:gs>
              <a:gs pos="100000">
                <a:srgbClr val="3643D9"/>
              </a:gs>
            </a:gsLst>
            <a:lin ang="0" scaled="0"/>
          </a:gradFill>
          <a:ln>
            <a:noFill/>
          </a:ln>
        </p:spPr>
        <p:txBody>
          <a:bodyPr spcFirstLastPara="1" wrap="square" lIns="365725" tIns="121900" rIns="48767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_White 2 1 1 1">
  <p:cSld name="BLANK_2_1_1_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154"/>
          <p:cNvSpPr/>
          <p:nvPr/>
        </p:nvSpPr>
        <p:spPr>
          <a:xfrm>
            <a:off x="182575" y="1721500"/>
            <a:ext cx="11826864" cy="435483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286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1024" y="21600"/>
                  <a:pt x="20314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576" y="0"/>
                  <a:pt x="1286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4" name="Google Shape;1384;p154"/>
          <p:cNvSpPr/>
          <p:nvPr/>
        </p:nvSpPr>
        <p:spPr>
          <a:xfrm>
            <a:off x="314400" y="1846050"/>
            <a:ext cx="11563182" cy="410572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219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1054" y="21600"/>
                  <a:pt x="20381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546" y="0"/>
                  <a:pt x="12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5" name="Google Shape;1385;p154"/>
          <p:cNvSpPr txBox="1">
            <a:spLocks noGrp="1"/>
          </p:cNvSpPr>
          <p:nvPr>
            <p:ph type="title"/>
          </p:nvPr>
        </p:nvSpPr>
        <p:spPr>
          <a:xfrm>
            <a:off x="182575" y="376675"/>
            <a:ext cx="8337600" cy="9852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  <a:defRPr sz="4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6" name="Google Shape;1386;p154"/>
          <p:cNvSpPr txBox="1">
            <a:spLocks noGrp="1"/>
          </p:cNvSpPr>
          <p:nvPr>
            <p:ph type="subTitle" idx="1"/>
          </p:nvPr>
        </p:nvSpPr>
        <p:spPr>
          <a:xfrm>
            <a:off x="1541767" y="4397667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87" name="Google Shape;1387;p154"/>
          <p:cNvSpPr txBox="1">
            <a:spLocks noGrp="1"/>
          </p:cNvSpPr>
          <p:nvPr>
            <p:ph type="subTitle" idx="2"/>
          </p:nvPr>
        </p:nvSpPr>
        <p:spPr>
          <a:xfrm>
            <a:off x="3949633" y="4397667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88" name="Google Shape;1388;p154"/>
          <p:cNvSpPr txBox="1">
            <a:spLocks noGrp="1"/>
          </p:cNvSpPr>
          <p:nvPr>
            <p:ph type="subTitle" idx="3"/>
          </p:nvPr>
        </p:nvSpPr>
        <p:spPr>
          <a:xfrm>
            <a:off x="6357500" y="4397667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89" name="Google Shape;1389;p154"/>
          <p:cNvSpPr txBox="1">
            <a:spLocks noGrp="1"/>
          </p:cNvSpPr>
          <p:nvPr>
            <p:ph type="subTitle" idx="4"/>
          </p:nvPr>
        </p:nvSpPr>
        <p:spPr>
          <a:xfrm>
            <a:off x="8765367" y="4397667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Open Sans"/>
              <a:buNone/>
              <a:defRPr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Open Sans"/>
              <a:buNone/>
              <a:defRPr sz="2400" b="1">
                <a:solidFill>
                  <a:srgbClr val="0C0C0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90" name="Google Shape;1390;p154"/>
          <p:cNvSpPr txBox="1">
            <a:spLocks noGrp="1"/>
          </p:cNvSpPr>
          <p:nvPr>
            <p:ph type="subTitle" idx="5"/>
          </p:nvPr>
        </p:nvSpPr>
        <p:spPr>
          <a:xfrm>
            <a:off x="182575" y="1201675"/>
            <a:ext cx="7850700" cy="476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1" name="Google Shape;1391;p154"/>
          <p:cNvSpPr txBox="1">
            <a:spLocks noGrp="1"/>
          </p:cNvSpPr>
          <p:nvPr>
            <p:ph type="subTitle" idx="6"/>
          </p:nvPr>
        </p:nvSpPr>
        <p:spPr>
          <a:xfrm>
            <a:off x="1541767" y="5071872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392" name="Google Shape;1392;p154"/>
          <p:cNvSpPr txBox="1">
            <a:spLocks noGrp="1"/>
          </p:cNvSpPr>
          <p:nvPr>
            <p:ph type="subTitle" idx="7"/>
          </p:nvPr>
        </p:nvSpPr>
        <p:spPr>
          <a:xfrm>
            <a:off x="3949633" y="5071872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393" name="Google Shape;1393;p154"/>
          <p:cNvSpPr txBox="1">
            <a:spLocks noGrp="1"/>
          </p:cNvSpPr>
          <p:nvPr>
            <p:ph type="subTitle" idx="8"/>
          </p:nvPr>
        </p:nvSpPr>
        <p:spPr>
          <a:xfrm>
            <a:off x="6357500" y="5071872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394" name="Google Shape;1394;p154"/>
          <p:cNvSpPr txBox="1">
            <a:spLocks noGrp="1"/>
          </p:cNvSpPr>
          <p:nvPr>
            <p:ph type="subTitle" idx="9"/>
          </p:nvPr>
        </p:nvSpPr>
        <p:spPr>
          <a:xfrm>
            <a:off x="8765367" y="5071872"/>
            <a:ext cx="1884900" cy="5247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C"/>
        </a:solidFill>
        <a:effectLst/>
      </p:bgPr>
    </p:bg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98" name="Google Shape;998;p1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99" name="Google Shape;999;p113"/>
          <p:cNvSpPr txBox="1">
            <a:spLocks noGrp="1"/>
          </p:cNvSpPr>
          <p:nvPr>
            <p:ph type="sldNum" idx="12"/>
          </p:nvPr>
        </p:nvSpPr>
        <p:spPr>
          <a:xfrm>
            <a:off x="11080186" y="6406806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228"/>
          <p:cNvSpPr/>
          <p:nvPr/>
        </p:nvSpPr>
        <p:spPr>
          <a:xfrm rot="10800000">
            <a:off x="523012" y="0"/>
            <a:ext cx="5479650" cy="5786250"/>
          </a:xfrm>
          <a:prstGeom prst="flowChartManualInput">
            <a:avLst/>
          </a:prstGeom>
          <a:gradFill flip="none" rotWithShape="1">
            <a:gsLst>
              <a:gs pos="5000">
                <a:srgbClr val="3345DB"/>
              </a:gs>
              <a:gs pos="58000">
                <a:srgbClr val="5532C0"/>
              </a:gs>
              <a:gs pos="100000">
                <a:srgbClr val="7F52C5"/>
              </a:gs>
            </a:gsLst>
            <a:lin ang="0" scaled="1"/>
            <a:tileRect/>
          </a:gradFill>
          <a:ln w="571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9" name="Google Shape;2049;p228"/>
          <p:cNvSpPr txBox="1">
            <a:spLocks noGrp="1"/>
          </p:cNvSpPr>
          <p:nvPr>
            <p:ph type="title" idx="4294967295"/>
          </p:nvPr>
        </p:nvSpPr>
        <p:spPr>
          <a:xfrm>
            <a:off x="906724" y="540829"/>
            <a:ext cx="4784400" cy="1421837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algn="ctr">
              <a:buSzPts val="990"/>
            </a:pPr>
            <a:r>
              <a:rPr lang="en-US" sz="4800">
                <a:solidFill>
                  <a:srgbClr val="F0F2FC"/>
                </a:solidFill>
                <a:latin typeface="Verdana"/>
                <a:ea typeface="Verdana"/>
                <a:cs typeface="Browallia New"/>
                <a:sym typeface="Poppins"/>
              </a:rPr>
              <a:t>Deployment Dragons</a:t>
            </a:r>
            <a:endParaRPr lang="en-US" sz="4800">
              <a:solidFill>
                <a:srgbClr val="F0F2FC"/>
              </a:solidFill>
              <a:latin typeface="Verdana"/>
              <a:ea typeface="Verdana"/>
              <a:cs typeface="Browallia New"/>
            </a:endParaRPr>
          </a:p>
        </p:txBody>
      </p:sp>
      <p:sp>
        <p:nvSpPr>
          <p:cNvPr id="2052" name="Google Shape;2052;p228"/>
          <p:cNvSpPr txBox="1">
            <a:spLocks noGrp="1"/>
          </p:cNvSpPr>
          <p:nvPr>
            <p:ph type="title" idx="4294967295"/>
          </p:nvPr>
        </p:nvSpPr>
        <p:spPr>
          <a:xfrm>
            <a:off x="1391934" y="2421077"/>
            <a:ext cx="3741804" cy="2200512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200" b="0">
                <a:solidFill>
                  <a:srgbClr val="F0F2FC"/>
                </a:solidFill>
                <a:latin typeface="Arial"/>
                <a:ea typeface="Poppins"/>
                <a:cs typeface="Poppins"/>
                <a:sym typeface="Poppins"/>
              </a:rPr>
              <a:t>Joe Putz</a:t>
            </a:r>
            <a:br>
              <a:rPr lang="en-US" sz="2200" b="0">
                <a:latin typeface="Arial"/>
                <a:ea typeface="Poppins"/>
                <a:cs typeface="Poppins"/>
              </a:rPr>
            </a:br>
            <a:r>
              <a:rPr lang="en-US" sz="2200" b="0">
                <a:solidFill>
                  <a:srgbClr val="F0F2FC"/>
                </a:solidFill>
                <a:latin typeface="Arial"/>
                <a:ea typeface="Poppins"/>
                <a:cs typeface="Poppins"/>
                <a:sym typeface="Poppins"/>
              </a:rPr>
              <a:t>Jorge Luis Canales Jr.</a:t>
            </a:r>
            <a:br>
              <a:rPr lang="en-US" sz="2200" b="0">
                <a:latin typeface="Arial"/>
                <a:ea typeface="Poppins"/>
                <a:cs typeface="Poppins"/>
              </a:rPr>
            </a:br>
            <a:r>
              <a:rPr lang="en-US" sz="2200" b="0">
                <a:solidFill>
                  <a:srgbClr val="F0F2FC"/>
                </a:solidFill>
                <a:latin typeface="Arial"/>
                <a:ea typeface="Poppins"/>
                <a:cs typeface="Poppins"/>
                <a:sym typeface="Poppins"/>
              </a:rPr>
              <a:t>Mehedi Waheed Meem</a:t>
            </a:r>
            <a:br>
              <a:rPr lang="en-US" sz="2200" b="0">
                <a:latin typeface="Arial"/>
                <a:ea typeface="Poppins"/>
                <a:cs typeface="Poppins"/>
              </a:rPr>
            </a:br>
            <a:br>
              <a:rPr lang="en-US" sz="2200" b="0">
                <a:latin typeface="Arial"/>
                <a:ea typeface="Poppins"/>
                <a:cs typeface="Poppins"/>
              </a:rPr>
            </a:br>
            <a:br>
              <a:rPr lang="en-US" sz="2200" b="0">
                <a:latin typeface="Arial"/>
                <a:ea typeface="Poppins"/>
                <a:cs typeface="Poppins"/>
              </a:rPr>
            </a:br>
            <a:endParaRPr lang="en-US" sz="2200" b="0">
              <a:solidFill>
                <a:schemeClr val="lt1"/>
              </a:solidFill>
              <a:latin typeface="Arial"/>
              <a:ea typeface="Poppins"/>
              <a:cs typeface="Poppi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D5E317-3C4D-8EF7-7AC3-8EAE9243548A}"/>
              </a:ext>
            </a:extLst>
          </p:cNvPr>
          <p:cNvSpPr txBox="1"/>
          <p:nvPr/>
        </p:nvSpPr>
        <p:spPr>
          <a:xfrm>
            <a:off x="7929505" y="503849"/>
            <a:ext cx="24247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Scope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7" name="Google Shape;1925;p221">
            <a:extLst>
              <a:ext uri="{FF2B5EF4-FFF2-40B4-BE49-F238E27FC236}">
                <a16:creationId xmlns:a16="http://schemas.microsoft.com/office/drawing/2014/main" id="{1A5EAC5E-C2E1-4831-B4AA-8947CCEA4ABB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8" name="Google Shape;1926;p221">
              <a:extLst>
                <a:ext uri="{FF2B5EF4-FFF2-40B4-BE49-F238E27FC236}">
                  <a16:creationId xmlns:a16="http://schemas.microsoft.com/office/drawing/2014/main" id="{DB217CCB-E122-654D-2D19-74737B63AC2D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27;p221">
              <a:extLst>
                <a:ext uri="{FF2B5EF4-FFF2-40B4-BE49-F238E27FC236}">
                  <a16:creationId xmlns:a16="http://schemas.microsoft.com/office/drawing/2014/main" id="{9844BC84-6263-91DD-5A73-37A8A04DE5E5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28;p221">
              <a:extLst>
                <a:ext uri="{FF2B5EF4-FFF2-40B4-BE49-F238E27FC236}">
                  <a16:creationId xmlns:a16="http://schemas.microsoft.com/office/drawing/2014/main" id="{E2DB1C8C-09EF-519C-3C5B-A2C54EE4980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29;p221">
              <a:extLst>
                <a:ext uri="{FF2B5EF4-FFF2-40B4-BE49-F238E27FC236}">
                  <a16:creationId xmlns:a16="http://schemas.microsoft.com/office/drawing/2014/main" id="{D71975BB-5D43-9A1A-96D5-84658C22A213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0;p221">
              <a:extLst>
                <a:ext uri="{FF2B5EF4-FFF2-40B4-BE49-F238E27FC236}">
                  <a16:creationId xmlns:a16="http://schemas.microsoft.com/office/drawing/2014/main" id="{9F6E38F5-AE15-20E7-CF55-3D7A5E6AEE56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1;p221">
              <a:extLst>
                <a:ext uri="{FF2B5EF4-FFF2-40B4-BE49-F238E27FC236}">
                  <a16:creationId xmlns:a16="http://schemas.microsoft.com/office/drawing/2014/main" id="{9589B921-B81E-639D-84F4-3AD8527D22A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2;p221">
              <a:extLst>
                <a:ext uri="{FF2B5EF4-FFF2-40B4-BE49-F238E27FC236}">
                  <a16:creationId xmlns:a16="http://schemas.microsoft.com/office/drawing/2014/main" id="{85A8602E-039D-84E6-61FF-D88D0D6C5971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3;p221">
              <a:extLst>
                <a:ext uri="{FF2B5EF4-FFF2-40B4-BE49-F238E27FC236}">
                  <a16:creationId xmlns:a16="http://schemas.microsoft.com/office/drawing/2014/main" id="{1E064366-90A3-F381-5FB7-4D8E33B87F7A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34;p221">
              <a:extLst>
                <a:ext uri="{FF2B5EF4-FFF2-40B4-BE49-F238E27FC236}">
                  <a16:creationId xmlns:a16="http://schemas.microsoft.com/office/drawing/2014/main" id="{D08DA0FA-54D3-8C69-C638-77B48618F60E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35;p221">
              <a:extLst>
                <a:ext uri="{FF2B5EF4-FFF2-40B4-BE49-F238E27FC236}">
                  <a16:creationId xmlns:a16="http://schemas.microsoft.com/office/drawing/2014/main" id="{068A4DFB-971B-AB57-4FAB-B5F6E8B993A4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36;p221">
              <a:extLst>
                <a:ext uri="{FF2B5EF4-FFF2-40B4-BE49-F238E27FC236}">
                  <a16:creationId xmlns:a16="http://schemas.microsoft.com/office/drawing/2014/main" id="{A9C4A4FC-0AB9-FF72-890B-994DC73FD3A5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37;p221">
              <a:extLst>
                <a:ext uri="{FF2B5EF4-FFF2-40B4-BE49-F238E27FC236}">
                  <a16:creationId xmlns:a16="http://schemas.microsoft.com/office/drawing/2014/main" id="{658C9AEF-3493-5CBC-0090-6FDC8F205B70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38;p221">
              <a:extLst>
                <a:ext uri="{FF2B5EF4-FFF2-40B4-BE49-F238E27FC236}">
                  <a16:creationId xmlns:a16="http://schemas.microsoft.com/office/drawing/2014/main" id="{CACDEEC4-6917-FFA2-7A4F-EF4521ECC57F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050;p228">
            <a:extLst>
              <a:ext uri="{FF2B5EF4-FFF2-40B4-BE49-F238E27FC236}">
                <a16:creationId xmlns:a16="http://schemas.microsoft.com/office/drawing/2014/main" id="{3B6892F8-7A24-365F-5E3C-EAEA1D652564}"/>
              </a:ext>
            </a:extLst>
          </p:cNvPr>
          <p:cNvSpPr txBox="1">
            <a:spLocks/>
          </p:cNvSpPr>
          <p:nvPr/>
        </p:nvSpPr>
        <p:spPr>
          <a:xfrm>
            <a:off x="6284845" y="1456896"/>
            <a:ext cx="5905730" cy="3944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>
              <a:lnSpc>
                <a:spcPct val="100000"/>
              </a:lnSpc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Back-end: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None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   Java, Python, and Apache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Front-end: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None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   React, Angular,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Javascript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, CSS, HTML, and Bootstrap 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Database: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None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   MYSQL &amp; MYSQL Workbench GUI, and AWS RDS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DevOps &amp; Additional Tools: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None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   Docker, Kubernetes, 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Minikube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, AWS EKS, AWS ECS,    Terraform, Jenkins, SonarQube, Swagger, Postman, Git,    and AWS CLI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Collaboration &amp; Project Management: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None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   Jira, Confluence, and Teams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228"/>
          <p:cNvSpPr/>
          <p:nvPr/>
        </p:nvSpPr>
        <p:spPr>
          <a:xfrm rot="10800000">
            <a:off x="523012" y="0"/>
            <a:ext cx="5479650" cy="5786250"/>
          </a:xfrm>
          <a:prstGeom prst="flowChartManualInput">
            <a:avLst/>
          </a:prstGeom>
          <a:gradFill>
            <a:gsLst>
              <a:gs pos="0">
                <a:srgbClr val="3345DB"/>
              </a:gs>
              <a:gs pos="42000">
                <a:srgbClr val="5532C0"/>
              </a:gs>
              <a:gs pos="100000">
                <a:srgbClr val="7F52C5"/>
              </a:gs>
            </a:gsLst>
            <a:lin ang="0" scaled="1"/>
          </a:gradFill>
          <a:ln w="571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1925;p221">
            <a:extLst>
              <a:ext uri="{FF2B5EF4-FFF2-40B4-BE49-F238E27FC236}">
                <a16:creationId xmlns:a16="http://schemas.microsoft.com/office/drawing/2014/main" id="{1A5EAC5E-C2E1-4831-B4AA-8947CCEA4ABB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8" name="Google Shape;1926;p221">
              <a:extLst>
                <a:ext uri="{FF2B5EF4-FFF2-40B4-BE49-F238E27FC236}">
                  <a16:creationId xmlns:a16="http://schemas.microsoft.com/office/drawing/2014/main" id="{DB217CCB-E122-654D-2D19-74737B63AC2D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27;p221">
              <a:extLst>
                <a:ext uri="{FF2B5EF4-FFF2-40B4-BE49-F238E27FC236}">
                  <a16:creationId xmlns:a16="http://schemas.microsoft.com/office/drawing/2014/main" id="{9844BC84-6263-91DD-5A73-37A8A04DE5E5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28;p221">
              <a:extLst>
                <a:ext uri="{FF2B5EF4-FFF2-40B4-BE49-F238E27FC236}">
                  <a16:creationId xmlns:a16="http://schemas.microsoft.com/office/drawing/2014/main" id="{E2DB1C8C-09EF-519C-3C5B-A2C54EE4980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29;p221">
              <a:extLst>
                <a:ext uri="{FF2B5EF4-FFF2-40B4-BE49-F238E27FC236}">
                  <a16:creationId xmlns:a16="http://schemas.microsoft.com/office/drawing/2014/main" id="{D71975BB-5D43-9A1A-96D5-84658C22A213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0;p221">
              <a:extLst>
                <a:ext uri="{FF2B5EF4-FFF2-40B4-BE49-F238E27FC236}">
                  <a16:creationId xmlns:a16="http://schemas.microsoft.com/office/drawing/2014/main" id="{9F6E38F5-AE15-20E7-CF55-3D7A5E6AEE56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1;p221">
              <a:extLst>
                <a:ext uri="{FF2B5EF4-FFF2-40B4-BE49-F238E27FC236}">
                  <a16:creationId xmlns:a16="http://schemas.microsoft.com/office/drawing/2014/main" id="{9589B921-B81E-639D-84F4-3AD8527D22A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2;p221">
              <a:extLst>
                <a:ext uri="{FF2B5EF4-FFF2-40B4-BE49-F238E27FC236}">
                  <a16:creationId xmlns:a16="http://schemas.microsoft.com/office/drawing/2014/main" id="{85A8602E-039D-84E6-61FF-D88D0D6C5971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3;p221">
              <a:extLst>
                <a:ext uri="{FF2B5EF4-FFF2-40B4-BE49-F238E27FC236}">
                  <a16:creationId xmlns:a16="http://schemas.microsoft.com/office/drawing/2014/main" id="{1E064366-90A3-F381-5FB7-4D8E33B87F7A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34;p221">
              <a:extLst>
                <a:ext uri="{FF2B5EF4-FFF2-40B4-BE49-F238E27FC236}">
                  <a16:creationId xmlns:a16="http://schemas.microsoft.com/office/drawing/2014/main" id="{D08DA0FA-54D3-8C69-C638-77B48618F60E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35;p221">
              <a:extLst>
                <a:ext uri="{FF2B5EF4-FFF2-40B4-BE49-F238E27FC236}">
                  <a16:creationId xmlns:a16="http://schemas.microsoft.com/office/drawing/2014/main" id="{068A4DFB-971B-AB57-4FAB-B5F6E8B993A4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36;p221">
              <a:extLst>
                <a:ext uri="{FF2B5EF4-FFF2-40B4-BE49-F238E27FC236}">
                  <a16:creationId xmlns:a16="http://schemas.microsoft.com/office/drawing/2014/main" id="{A9C4A4FC-0AB9-FF72-890B-994DC73FD3A5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37;p221">
              <a:extLst>
                <a:ext uri="{FF2B5EF4-FFF2-40B4-BE49-F238E27FC236}">
                  <a16:creationId xmlns:a16="http://schemas.microsoft.com/office/drawing/2014/main" id="{658C9AEF-3493-5CBC-0090-6FDC8F205B70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38;p221">
              <a:extLst>
                <a:ext uri="{FF2B5EF4-FFF2-40B4-BE49-F238E27FC236}">
                  <a16:creationId xmlns:a16="http://schemas.microsoft.com/office/drawing/2014/main" id="{CACDEEC4-6917-FFA2-7A4F-EF4521ECC57F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49;p228">
            <a:extLst>
              <a:ext uri="{FF2B5EF4-FFF2-40B4-BE49-F238E27FC236}">
                <a16:creationId xmlns:a16="http://schemas.microsoft.com/office/drawing/2014/main" id="{94BFB22F-6A36-7E0D-E904-E6EB343EBEE0}"/>
              </a:ext>
            </a:extLst>
          </p:cNvPr>
          <p:cNvSpPr txBox="1">
            <a:spLocks/>
          </p:cNvSpPr>
          <p:nvPr/>
        </p:nvSpPr>
        <p:spPr>
          <a:xfrm>
            <a:off x="870636" y="2045813"/>
            <a:ext cx="4784400" cy="142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>
              <a:buSzPts val="990"/>
            </a:pPr>
            <a:r>
              <a:rPr lang="en-US" sz="4800">
                <a:solidFill>
                  <a:srgbClr val="F0F2FC"/>
                </a:solidFill>
                <a:latin typeface="Verdana"/>
                <a:ea typeface="Verdana"/>
                <a:cs typeface="Poppins"/>
                <a:sym typeface="Poppins"/>
              </a:rPr>
              <a:t>Project Overview</a:t>
            </a:r>
            <a:endParaRPr lang="en-US" sz="4800">
              <a:solidFill>
                <a:srgbClr val="F0F2FC"/>
              </a:solidFill>
              <a:latin typeface="Verdana"/>
              <a:ea typeface="Verdana"/>
              <a:cs typeface="Poppins"/>
            </a:endParaRPr>
          </a:p>
        </p:txBody>
      </p:sp>
      <p:sp>
        <p:nvSpPr>
          <p:cNvPr id="3" name="Google Shape;2050;p228">
            <a:extLst>
              <a:ext uri="{FF2B5EF4-FFF2-40B4-BE49-F238E27FC236}">
                <a16:creationId xmlns:a16="http://schemas.microsoft.com/office/drawing/2014/main" id="{AAB4572D-C75B-3419-252A-809B0C281CED}"/>
              </a:ext>
            </a:extLst>
          </p:cNvPr>
          <p:cNvSpPr txBox="1">
            <a:spLocks/>
          </p:cNvSpPr>
          <p:nvPr/>
        </p:nvSpPr>
        <p:spPr>
          <a:xfrm>
            <a:off x="6388609" y="196669"/>
            <a:ext cx="5621250" cy="203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  <a:sym typeface="Avenir"/>
              </a:rPr>
              <a:t>Aline Financial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We are deploying the Aline Financial Bank application, which consists of 5 microservices, 1 gateway, 3 frontend portals, and a MySQL database. This application is designed to handle user registration, applicant management, application management, bank/branch management, account creation/management, and account transactions. 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Google Shape;2050;p228">
            <a:extLst>
              <a:ext uri="{FF2B5EF4-FFF2-40B4-BE49-F238E27FC236}">
                <a16:creationId xmlns:a16="http://schemas.microsoft.com/office/drawing/2014/main" id="{963EB84E-0A70-6AF2-BA97-84B07624CDCD}"/>
              </a:ext>
            </a:extLst>
          </p:cNvPr>
          <p:cNvSpPr txBox="1">
            <a:spLocks/>
          </p:cNvSpPr>
          <p:nvPr/>
        </p:nvSpPr>
        <p:spPr>
          <a:xfrm>
            <a:off x="7750684" y="2375018"/>
            <a:ext cx="3106650" cy="47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"/>
              </a:rPr>
              <a:t>Technologies &amp; Tools</a:t>
            </a:r>
          </a:p>
        </p:txBody>
      </p:sp>
      <p:pic>
        <p:nvPicPr>
          <p:cNvPr id="5" name="Picture 4" descr="Developer Automation Tools Bootcamp - Intro to Terraform">
            <a:extLst>
              <a:ext uri="{FF2B5EF4-FFF2-40B4-BE49-F238E27FC236}">
                <a16:creationId xmlns:a16="http://schemas.microsoft.com/office/drawing/2014/main" id="{2DF39795-E5E7-79BD-BE67-547EF7DA2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2125" y="4088616"/>
            <a:ext cx="1062886" cy="1073325"/>
          </a:xfrm>
          <a:prstGeom prst="rect">
            <a:avLst/>
          </a:prstGeom>
        </p:spPr>
      </p:pic>
      <p:pic>
        <p:nvPicPr>
          <p:cNvPr id="22" name="Picture 21" descr="A blue circle with white text and a dolphin&#10;&#10;Description automatically generated">
            <a:extLst>
              <a:ext uri="{FF2B5EF4-FFF2-40B4-BE49-F238E27FC236}">
                <a16:creationId xmlns:a16="http://schemas.microsoft.com/office/drawing/2014/main" id="{0F01B5F0-2EC9-0B12-9080-9C3738F2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8330" y="2842599"/>
            <a:ext cx="1051666" cy="1072542"/>
          </a:xfrm>
          <a:prstGeom prst="rect">
            <a:avLst/>
          </a:prstGeom>
        </p:spPr>
      </p:pic>
      <p:pic>
        <p:nvPicPr>
          <p:cNvPr id="23" name="Picture 22" descr="A blue and black logo&#10;&#10;Description automatically generated">
            <a:extLst>
              <a:ext uri="{FF2B5EF4-FFF2-40B4-BE49-F238E27FC236}">
                <a16:creationId xmlns:a16="http://schemas.microsoft.com/office/drawing/2014/main" id="{191EE820-4E21-06A1-12B7-2179BBEE0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3831" y="4033416"/>
            <a:ext cx="1198602" cy="1188999"/>
          </a:xfrm>
          <a:prstGeom prst="rect">
            <a:avLst/>
          </a:prstGeom>
        </p:spPr>
      </p:pic>
      <p:pic>
        <p:nvPicPr>
          <p:cNvPr id="26" name="Picture 25" descr="A blue hexagon with a white wheel&#10;&#10;Description automatically generated">
            <a:extLst>
              <a:ext uri="{FF2B5EF4-FFF2-40B4-BE49-F238E27FC236}">
                <a16:creationId xmlns:a16="http://schemas.microsoft.com/office/drawing/2014/main" id="{F3E9B257-662F-8B21-B8A0-644A5CE5D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049" y="4093262"/>
            <a:ext cx="1064493" cy="1077239"/>
          </a:xfrm>
          <a:prstGeom prst="rect">
            <a:avLst/>
          </a:prstGeom>
        </p:spPr>
      </p:pic>
      <p:pic>
        <p:nvPicPr>
          <p:cNvPr id="25" name="Picture 24" descr="A blue and black hexagon with a steering wheel&#10;&#10;Description automatically generated">
            <a:extLst>
              <a:ext uri="{FF2B5EF4-FFF2-40B4-BE49-F238E27FC236}">
                <a16:creationId xmlns:a16="http://schemas.microsoft.com/office/drawing/2014/main" id="{8C38069D-CF5B-34C2-6CE9-77E95D6CD9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1544" y="4091849"/>
            <a:ext cx="1104990" cy="1077685"/>
          </a:xfrm>
          <a:prstGeom prst="rect">
            <a:avLst/>
          </a:prstGeom>
        </p:spPr>
      </p:pic>
      <p:pic>
        <p:nvPicPr>
          <p:cNvPr id="24" name="Graphic 23" descr="Python Vector SVG Icon (13) - SVG Repo">
            <a:extLst>
              <a:ext uri="{FF2B5EF4-FFF2-40B4-BE49-F238E27FC236}">
                <a16:creationId xmlns:a16="http://schemas.microsoft.com/office/drawing/2014/main" id="{7F94A13D-9575-5B17-FE78-E1DB8C18D2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00445" y="2337435"/>
            <a:ext cx="2133600" cy="2184400"/>
          </a:xfrm>
          <a:prstGeom prst="rect">
            <a:avLst/>
          </a:prstGeom>
        </p:spPr>
      </p:pic>
      <p:pic>
        <p:nvPicPr>
          <p:cNvPr id="34" name="Picture 33" descr="File:Diagrams.net Logo.svg - Wikipedia">
            <a:extLst>
              <a:ext uri="{FF2B5EF4-FFF2-40B4-BE49-F238E27FC236}">
                <a16:creationId xmlns:a16="http://schemas.microsoft.com/office/drawing/2014/main" id="{B94E62E2-036A-93C8-9E39-BAE8B54EE7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1785" y="2955925"/>
            <a:ext cx="971550" cy="953135"/>
          </a:xfrm>
          <a:prstGeom prst="rect">
            <a:avLst/>
          </a:prstGeom>
        </p:spPr>
      </p:pic>
      <p:pic>
        <p:nvPicPr>
          <p:cNvPr id="35" name="Picture 34" descr="Git · GitHub">
            <a:extLst>
              <a:ext uri="{FF2B5EF4-FFF2-40B4-BE49-F238E27FC236}">
                <a16:creationId xmlns:a16="http://schemas.microsoft.com/office/drawing/2014/main" id="{4C0BA31A-35C2-9F01-446D-01087BC525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8130" y="2885440"/>
            <a:ext cx="1104900" cy="1085850"/>
          </a:xfrm>
          <a:prstGeom prst="rect">
            <a:avLst/>
          </a:prstGeom>
        </p:spPr>
      </p:pic>
      <p:pic>
        <p:nvPicPr>
          <p:cNvPr id="6" name="Picture 5" descr="Jenkins logo&quot; Sticker for Sale by hipstuff | Redbubble">
            <a:extLst>
              <a:ext uri="{FF2B5EF4-FFF2-40B4-BE49-F238E27FC236}">
                <a16:creationId xmlns:a16="http://schemas.microsoft.com/office/drawing/2014/main" id="{36286AA2-BFCA-77DC-A8F7-A38A08E656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2800" y="5217160"/>
            <a:ext cx="975360" cy="1259840"/>
          </a:xfrm>
          <a:prstGeom prst="rect">
            <a:avLst/>
          </a:prstGeom>
        </p:spPr>
      </p:pic>
      <p:pic>
        <p:nvPicPr>
          <p:cNvPr id="32" name="Picture 31" descr="Amazon aws logo - Social media &amp; Logos Icons">
            <a:extLst>
              <a:ext uri="{FF2B5EF4-FFF2-40B4-BE49-F238E27FC236}">
                <a16:creationId xmlns:a16="http://schemas.microsoft.com/office/drawing/2014/main" id="{3BDBB02C-88F8-B1F8-0240-A3964405928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56960" y="5222240"/>
            <a:ext cx="2133600" cy="1066800"/>
          </a:xfrm>
          <a:prstGeom prst="rect">
            <a:avLst/>
          </a:prstGeom>
        </p:spPr>
      </p:pic>
      <p:pic>
        <p:nvPicPr>
          <p:cNvPr id="33" name="Graphic 32" descr="Sonarqube Vector Logo - Download Free SVG Icon | Worldvectorlogo">
            <a:extLst>
              <a:ext uri="{FF2B5EF4-FFF2-40B4-BE49-F238E27FC236}">
                <a16:creationId xmlns:a16="http://schemas.microsoft.com/office/drawing/2014/main" id="{29C63BD3-AA71-4A05-0A7C-2A9263C0CB0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91040" y="5379232"/>
            <a:ext cx="2407919" cy="58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7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925;p221">
            <a:extLst>
              <a:ext uri="{FF2B5EF4-FFF2-40B4-BE49-F238E27FC236}">
                <a16:creationId xmlns:a16="http://schemas.microsoft.com/office/drawing/2014/main" id="{1CC8FA41-870C-FE7C-D0D7-1F9607E9793D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3" name="Google Shape;1926;p221">
              <a:extLst>
                <a:ext uri="{FF2B5EF4-FFF2-40B4-BE49-F238E27FC236}">
                  <a16:creationId xmlns:a16="http://schemas.microsoft.com/office/drawing/2014/main" id="{5F644AFA-AF27-98AB-D466-D03FDB3EDE36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927;p221">
              <a:extLst>
                <a:ext uri="{FF2B5EF4-FFF2-40B4-BE49-F238E27FC236}">
                  <a16:creationId xmlns:a16="http://schemas.microsoft.com/office/drawing/2014/main" id="{08A85A65-F62A-7D0E-D6DD-9FDE85261B8A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28;p221">
              <a:extLst>
                <a:ext uri="{FF2B5EF4-FFF2-40B4-BE49-F238E27FC236}">
                  <a16:creationId xmlns:a16="http://schemas.microsoft.com/office/drawing/2014/main" id="{51DBE62C-BD5C-E2D4-A881-2B20D3B0282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29;p221">
              <a:extLst>
                <a:ext uri="{FF2B5EF4-FFF2-40B4-BE49-F238E27FC236}">
                  <a16:creationId xmlns:a16="http://schemas.microsoft.com/office/drawing/2014/main" id="{D36F60F6-E590-4BC8-68AD-172262E15AFB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30;p221">
              <a:extLst>
                <a:ext uri="{FF2B5EF4-FFF2-40B4-BE49-F238E27FC236}">
                  <a16:creationId xmlns:a16="http://schemas.microsoft.com/office/drawing/2014/main" id="{1495F72D-3BE1-5DE3-8C1C-9475A3BAE01B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31;p221">
              <a:extLst>
                <a:ext uri="{FF2B5EF4-FFF2-40B4-BE49-F238E27FC236}">
                  <a16:creationId xmlns:a16="http://schemas.microsoft.com/office/drawing/2014/main" id="{A236BEF1-1034-B050-B626-A455014E393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32;p221">
              <a:extLst>
                <a:ext uri="{FF2B5EF4-FFF2-40B4-BE49-F238E27FC236}">
                  <a16:creationId xmlns:a16="http://schemas.microsoft.com/office/drawing/2014/main" id="{8CF09F3E-A5CD-3CBB-BD51-63CFD8EF3F0C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33;p221">
              <a:extLst>
                <a:ext uri="{FF2B5EF4-FFF2-40B4-BE49-F238E27FC236}">
                  <a16:creationId xmlns:a16="http://schemas.microsoft.com/office/drawing/2014/main" id="{7D80A843-3EA7-E6D8-7CCB-25903D3B7EC7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34;p221">
              <a:extLst>
                <a:ext uri="{FF2B5EF4-FFF2-40B4-BE49-F238E27FC236}">
                  <a16:creationId xmlns:a16="http://schemas.microsoft.com/office/drawing/2014/main" id="{5850073C-4FD3-EE52-0007-1772A6D63353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5;p221">
              <a:extLst>
                <a:ext uri="{FF2B5EF4-FFF2-40B4-BE49-F238E27FC236}">
                  <a16:creationId xmlns:a16="http://schemas.microsoft.com/office/drawing/2014/main" id="{C2621CB7-BA39-F3A8-3094-6C6A058B01F1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6;p221">
              <a:extLst>
                <a:ext uri="{FF2B5EF4-FFF2-40B4-BE49-F238E27FC236}">
                  <a16:creationId xmlns:a16="http://schemas.microsoft.com/office/drawing/2014/main" id="{9311C9D3-822B-C6E5-E906-A83BD3747F2E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7;p221">
              <a:extLst>
                <a:ext uri="{FF2B5EF4-FFF2-40B4-BE49-F238E27FC236}">
                  <a16:creationId xmlns:a16="http://schemas.microsoft.com/office/drawing/2014/main" id="{7A698519-C9DB-1907-5A1C-9D193173102B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8;p221">
              <a:extLst>
                <a:ext uri="{FF2B5EF4-FFF2-40B4-BE49-F238E27FC236}">
                  <a16:creationId xmlns:a16="http://schemas.microsoft.com/office/drawing/2014/main" id="{D34B6954-EB67-F999-F665-E06AD05FF2CE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68BC2E1-A8B5-8425-7719-2FDA9F9FD561}"/>
              </a:ext>
            </a:extLst>
          </p:cNvPr>
          <p:cNvSpPr txBox="1"/>
          <p:nvPr/>
        </p:nvSpPr>
        <p:spPr>
          <a:xfrm>
            <a:off x="576205" y="201589"/>
            <a:ext cx="1109014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Microservice Architecture</a:t>
            </a:r>
            <a:endParaRPr lang="en-US" sz="4800" b="1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A7A6D1EA-5556-5D66-D62D-936A8FFC48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34" r="-95" b="12376"/>
          <a:stretch/>
        </p:blipFill>
        <p:spPr>
          <a:xfrm>
            <a:off x="1003611" y="1028818"/>
            <a:ext cx="10398527" cy="523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12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925;p221">
            <a:extLst>
              <a:ext uri="{FF2B5EF4-FFF2-40B4-BE49-F238E27FC236}">
                <a16:creationId xmlns:a16="http://schemas.microsoft.com/office/drawing/2014/main" id="{1CC8FA41-870C-FE7C-D0D7-1F9607E9793D}"/>
              </a:ext>
            </a:extLst>
          </p:cNvPr>
          <p:cNvGrpSpPr/>
          <p:nvPr/>
        </p:nvGrpSpPr>
        <p:grpSpPr>
          <a:xfrm>
            <a:off x="9701992" y="6420954"/>
            <a:ext cx="2405991" cy="332403"/>
            <a:chOff x="238125" y="2329100"/>
            <a:chExt cx="7095225" cy="980250"/>
          </a:xfrm>
        </p:grpSpPr>
        <p:sp>
          <p:nvSpPr>
            <p:cNvPr id="3" name="Google Shape;1926;p221">
              <a:extLst>
                <a:ext uri="{FF2B5EF4-FFF2-40B4-BE49-F238E27FC236}">
                  <a16:creationId xmlns:a16="http://schemas.microsoft.com/office/drawing/2014/main" id="{5F644AFA-AF27-98AB-D466-D03FDB3EDE36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927;p221">
              <a:extLst>
                <a:ext uri="{FF2B5EF4-FFF2-40B4-BE49-F238E27FC236}">
                  <a16:creationId xmlns:a16="http://schemas.microsoft.com/office/drawing/2014/main" id="{08A85A65-F62A-7D0E-D6DD-9FDE85261B8A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28;p221">
              <a:extLst>
                <a:ext uri="{FF2B5EF4-FFF2-40B4-BE49-F238E27FC236}">
                  <a16:creationId xmlns:a16="http://schemas.microsoft.com/office/drawing/2014/main" id="{51DBE62C-BD5C-E2D4-A881-2B20D3B0282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29;p221">
              <a:extLst>
                <a:ext uri="{FF2B5EF4-FFF2-40B4-BE49-F238E27FC236}">
                  <a16:creationId xmlns:a16="http://schemas.microsoft.com/office/drawing/2014/main" id="{D36F60F6-E590-4BC8-68AD-172262E15AFB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30;p221">
              <a:extLst>
                <a:ext uri="{FF2B5EF4-FFF2-40B4-BE49-F238E27FC236}">
                  <a16:creationId xmlns:a16="http://schemas.microsoft.com/office/drawing/2014/main" id="{1495F72D-3BE1-5DE3-8C1C-9475A3BAE01B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31;p221">
              <a:extLst>
                <a:ext uri="{FF2B5EF4-FFF2-40B4-BE49-F238E27FC236}">
                  <a16:creationId xmlns:a16="http://schemas.microsoft.com/office/drawing/2014/main" id="{A236BEF1-1034-B050-B626-A455014E393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32;p221">
              <a:extLst>
                <a:ext uri="{FF2B5EF4-FFF2-40B4-BE49-F238E27FC236}">
                  <a16:creationId xmlns:a16="http://schemas.microsoft.com/office/drawing/2014/main" id="{8CF09F3E-A5CD-3CBB-BD51-63CFD8EF3F0C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33;p221">
              <a:extLst>
                <a:ext uri="{FF2B5EF4-FFF2-40B4-BE49-F238E27FC236}">
                  <a16:creationId xmlns:a16="http://schemas.microsoft.com/office/drawing/2014/main" id="{7D80A843-3EA7-E6D8-7CCB-25903D3B7EC7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34;p221">
              <a:extLst>
                <a:ext uri="{FF2B5EF4-FFF2-40B4-BE49-F238E27FC236}">
                  <a16:creationId xmlns:a16="http://schemas.microsoft.com/office/drawing/2014/main" id="{5850073C-4FD3-EE52-0007-1772A6D63353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5;p221">
              <a:extLst>
                <a:ext uri="{FF2B5EF4-FFF2-40B4-BE49-F238E27FC236}">
                  <a16:creationId xmlns:a16="http://schemas.microsoft.com/office/drawing/2014/main" id="{C2621CB7-BA39-F3A8-3094-6C6A058B01F1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6;p221">
              <a:extLst>
                <a:ext uri="{FF2B5EF4-FFF2-40B4-BE49-F238E27FC236}">
                  <a16:creationId xmlns:a16="http://schemas.microsoft.com/office/drawing/2014/main" id="{9311C9D3-822B-C6E5-E906-A83BD3747F2E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7;p221">
              <a:extLst>
                <a:ext uri="{FF2B5EF4-FFF2-40B4-BE49-F238E27FC236}">
                  <a16:creationId xmlns:a16="http://schemas.microsoft.com/office/drawing/2014/main" id="{7A698519-C9DB-1907-5A1C-9D193173102B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8;p221">
              <a:extLst>
                <a:ext uri="{FF2B5EF4-FFF2-40B4-BE49-F238E27FC236}">
                  <a16:creationId xmlns:a16="http://schemas.microsoft.com/office/drawing/2014/main" id="{D34B6954-EB67-F999-F665-E06AD05FF2CE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68BC2E1-A8B5-8425-7719-2FDA9F9FD561}"/>
              </a:ext>
            </a:extLst>
          </p:cNvPr>
          <p:cNvSpPr txBox="1"/>
          <p:nvPr/>
        </p:nvSpPr>
        <p:spPr>
          <a:xfrm>
            <a:off x="342525" y="160949"/>
            <a:ext cx="1109014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Cloud Architecture</a:t>
            </a:r>
            <a:endParaRPr lang="en-US" sz="4800" b="1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pic>
        <p:nvPicPr>
          <p:cNvPr id="19" name="Picture 18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D6A46892-CC4D-5A5E-8F79-F2F22239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295" y="995680"/>
            <a:ext cx="7576851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9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925;p221">
            <a:extLst>
              <a:ext uri="{FF2B5EF4-FFF2-40B4-BE49-F238E27FC236}">
                <a16:creationId xmlns:a16="http://schemas.microsoft.com/office/drawing/2014/main" id="{1CC8FA41-870C-FE7C-D0D7-1F9607E9793D}"/>
              </a:ext>
            </a:extLst>
          </p:cNvPr>
          <p:cNvGrpSpPr/>
          <p:nvPr/>
        </p:nvGrpSpPr>
        <p:grpSpPr>
          <a:xfrm>
            <a:off x="9701992" y="6420954"/>
            <a:ext cx="2405991" cy="332403"/>
            <a:chOff x="238125" y="2329100"/>
            <a:chExt cx="7095225" cy="980250"/>
          </a:xfrm>
        </p:grpSpPr>
        <p:sp>
          <p:nvSpPr>
            <p:cNvPr id="3" name="Google Shape;1926;p221">
              <a:extLst>
                <a:ext uri="{FF2B5EF4-FFF2-40B4-BE49-F238E27FC236}">
                  <a16:creationId xmlns:a16="http://schemas.microsoft.com/office/drawing/2014/main" id="{5F644AFA-AF27-98AB-D466-D03FDB3EDE36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927;p221">
              <a:extLst>
                <a:ext uri="{FF2B5EF4-FFF2-40B4-BE49-F238E27FC236}">
                  <a16:creationId xmlns:a16="http://schemas.microsoft.com/office/drawing/2014/main" id="{08A85A65-F62A-7D0E-D6DD-9FDE85261B8A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28;p221">
              <a:extLst>
                <a:ext uri="{FF2B5EF4-FFF2-40B4-BE49-F238E27FC236}">
                  <a16:creationId xmlns:a16="http://schemas.microsoft.com/office/drawing/2014/main" id="{51DBE62C-BD5C-E2D4-A881-2B20D3B0282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29;p221">
              <a:extLst>
                <a:ext uri="{FF2B5EF4-FFF2-40B4-BE49-F238E27FC236}">
                  <a16:creationId xmlns:a16="http://schemas.microsoft.com/office/drawing/2014/main" id="{D36F60F6-E590-4BC8-68AD-172262E15AFB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30;p221">
              <a:extLst>
                <a:ext uri="{FF2B5EF4-FFF2-40B4-BE49-F238E27FC236}">
                  <a16:creationId xmlns:a16="http://schemas.microsoft.com/office/drawing/2014/main" id="{1495F72D-3BE1-5DE3-8C1C-9475A3BAE01B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31;p221">
              <a:extLst>
                <a:ext uri="{FF2B5EF4-FFF2-40B4-BE49-F238E27FC236}">
                  <a16:creationId xmlns:a16="http://schemas.microsoft.com/office/drawing/2014/main" id="{A236BEF1-1034-B050-B626-A455014E393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32;p221">
              <a:extLst>
                <a:ext uri="{FF2B5EF4-FFF2-40B4-BE49-F238E27FC236}">
                  <a16:creationId xmlns:a16="http://schemas.microsoft.com/office/drawing/2014/main" id="{8CF09F3E-A5CD-3CBB-BD51-63CFD8EF3F0C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33;p221">
              <a:extLst>
                <a:ext uri="{FF2B5EF4-FFF2-40B4-BE49-F238E27FC236}">
                  <a16:creationId xmlns:a16="http://schemas.microsoft.com/office/drawing/2014/main" id="{7D80A843-3EA7-E6D8-7CCB-25903D3B7EC7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34;p221">
              <a:extLst>
                <a:ext uri="{FF2B5EF4-FFF2-40B4-BE49-F238E27FC236}">
                  <a16:creationId xmlns:a16="http://schemas.microsoft.com/office/drawing/2014/main" id="{5850073C-4FD3-EE52-0007-1772A6D63353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5;p221">
              <a:extLst>
                <a:ext uri="{FF2B5EF4-FFF2-40B4-BE49-F238E27FC236}">
                  <a16:creationId xmlns:a16="http://schemas.microsoft.com/office/drawing/2014/main" id="{C2621CB7-BA39-F3A8-3094-6C6A058B01F1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6;p221">
              <a:extLst>
                <a:ext uri="{FF2B5EF4-FFF2-40B4-BE49-F238E27FC236}">
                  <a16:creationId xmlns:a16="http://schemas.microsoft.com/office/drawing/2014/main" id="{9311C9D3-822B-C6E5-E906-A83BD3747F2E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7;p221">
              <a:extLst>
                <a:ext uri="{FF2B5EF4-FFF2-40B4-BE49-F238E27FC236}">
                  <a16:creationId xmlns:a16="http://schemas.microsoft.com/office/drawing/2014/main" id="{7A698519-C9DB-1907-5A1C-9D193173102B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8;p221">
              <a:extLst>
                <a:ext uri="{FF2B5EF4-FFF2-40B4-BE49-F238E27FC236}">
                  <a16:creationId xmlns:a16="http://schemas.microsoft.com/office/drawing/2014/main" id="{D34B6954-EB67-F999-F665-E06AD05FF2CE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68BC2E1-A8B5-8425-7719-2FDA9F9FD561}"/>
              </a:ext>
            </a:extLst>
          </p:cNvPr>
          <p:cNvSpPr txBox="1"/>
          <p:nvPr/>
        </p:nvSpPr>
        <p:spPr>
          <a:xfrm>
            <a:off x="463330" y="346803"/>
            <a:ext cx="1109014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CI/CD Pipeline Architecture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6" name="Picture 15" descr="A diagram of a person&#10;&#10;Description automatically generated">
            <a:extLst>
              <a:ext uri="{FF2B5EF4-FFF2-40B4-BE49-F238E27FC236}">
                <a16:creationId xmlns:a16="http://schemas.microsoft.com/office/drawing/2014/main" id="{677F52EE-20E8-0E23-1B07-AA460C1F9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42" y="1180293"/>
            <a:ext cx="10519318" cy="508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54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925;p221">
            <a:extLst>
              <a:ext uri="{FF2B5EF4-FFF2-40B4-BE49-F238E27FC236}">
                <a16:creationId xmlns:a16="http://schemas.microsoft.com/office/drawing/2014/main" id="{1CC8FA41-870C-FE7C-D0D7-1F9607E9793D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3" name="Google Shape;1926;p221">
              <a:extLst>
                <a:ext uri="{FF2B5EF4-FFF2-40B4-BE49-F238E27FC236}">
                  <a16:creationId xmlns:a16="http://schemas.microsoft.com/office/drawing/2014/main" id="{5F644AFA-AF27-98AB-D466-D03FDB3EDE36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927;p221">
              <a:extLst>
                <a:ext uri="{FF2B5EF4-FFF2-40B4-BE49-F238E27FC236}">
                  <a16:creationId xmlns:a16="http://schemas.microsoft.com/office/drawing/2014/main" id="{08A85A65-F62A-7D0E-D6DD-9FDE85261B8A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28;p221">
              <a:extLst>
                <a:ext uri="{FF2B5EF4-FFF2-40B4-BE49-F238E27FC236}">
                  <a16:creationId xmlns:a16="http://schemas.microsoft.com/office/drawing/2014/main" id="{51DBE62C-BD5C-E2D4-A881-2B20D3B0282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29;p221">
              <a:extLst>
                <a:ext uri="{FF2B5EF4-FFF2-40B4-BE49-F238E27FC236}">
                  <a16:creationId xmlns:a16="http://schemas.microsoft.com/office/drawing/2014/main" id="{D36F60F6-E590-4BC8-68AD-172262E15AFB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30;p221">
              <a:extLst>
                <a:ext uri="{FF2B5EF4-FFF2-40B4-BE49-F238E27FC236}">
                  <a16:creationId xmlns:a16="http://schemas.microsoft.com/office/drawing/2014/main" id="{1495F72D-3BE1-5DE3-8C1C-9475A3BAE01B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31;p221">
              <a:extLst>
                <a:ext uri="{FF2B5EF4-FFF2-40B4-BE49-F238E27FC236}">
                  <a16:creationId xmlns:a16="http://schemas.microsoft.com/office/drawing/2014/main" id="{A236BEF1-1034-B050-B626-A455014E393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32;p221">
              <a:extLst>
                <a:ext uri="{FF2B5EF4-FFF2-40B4-BE49-F238E27FC236}">
                  <a16:creationId xmlns:a16="http://schemas.microsoft.com/office/drawing/2014/main" id="{8CF09F3E-A5CD-3CBB-BD51-63CFD8EF3F0C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33;p221">
              <a:extLst>
                <a:ext uri="{FF2B5EF4-FFF2-40B4-BE49-F238E27FC236}">
                  <a16:creationId xmlns:a16="http://schemas.microsoft.com/office/drawing/2014/main" id="{7D80A843-3EA7-E6D8-7CCB-25903D3B7EC7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34;p221">
              <a:extLst>
                <a:ext uri="{FF2B5EF4-FFF2-40B4-BE49-F238E27FC236}">
                  <a16:creationId xmlns:a16="http://schemas.microsoft.com/office/drawing/2014/main" id="{5850073C-4FD3-EE52-0007-1772A6D63353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5;p221">
              <a:extLst>
                <a:ext uri="{FF2B5EF4-FFF2-40B4-BE49-F238E27FC236}">
                  <a16:creationId xmlns:a16="http://schemas.microsoft.com/office/drawing/2014/main" id="{C2621CB7-BA39-F3A8-3094-6C6A058B01F1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6;p221">
              <a:extLst>
                <a:ext uri="{FF2B5EF4-FFF2-40B4-BE49-F238E27FC236}">
                  <a16:creationId xmlns:a16="http://schemas.microsoft.com/office/drawing/2014/main" id="{9311C9D3-822B-C6E5-E906-A83BD3747F2E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7;p221">
              <a:extLst>
                <a:ext uri="{FF2B5EF4-FFF2-40B4-BE49-F238E27FC236}">
                  <a16:creationId xmlns:a16="http://schemas.microsoft.com/office/drawing/2014/main" id="{7A698519-C9DB-1907-5A1C-9D193173102B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8;p221">
              <a:extLst>
                <a:ext uri="{FF2B5EF4-FFF2-40B4-BE49-F238E27FC236}">
                  <a16:creationId xmlns:a16="http://schemas.microsoft.com/office/drawing/2014/main" id="{D34B6954-EB67-F999-F665-E06AD05FF2CE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68BC2E1-A8B5-8425-7719-2FDA9F9FD561}"/>
              </a:ext>
            </a:extLst>
          </p:cNvPr>
          <p:cNvSpPr txBox="1"/>
          <p:nvPr/>
        </p:nvSpPr>
        <p:spPr>
          <a:xfrm>
            <a:off x="555885" y="99989"/>
            <a:ext cx="1109014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Database Schema</a:t>
            </a:r>
            <a:endParaRPr lang="en-US" sz="4800" b="1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pic>
        <p:nvPicPr>
          <p:cNvPr id="16" name="Picture 15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592FA4F8-5BEB-FE26-07EC-F557BBC08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961" y="934720"/>
            <a:ext cx="9372158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31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228"/>
          <p:cNvSpPr/>
          <p:nvPr/>
        </p:nvSpPr>
        <p:spPr>
          <a:xfrm rot="10800000">
            <a:off x="523012" y="0"/>
            <a:ext cx="5479650" cy="5786250"/>
          </a:xfrm>
          <a:prstGeom prst="flowChartManualInput">
            <a:avLst/>
          </a:prstGeom>
          <a:gradFill>
            <a:gsLst>
              <a:gs pos="0">
                <a:srgbClr val="3345DB"/>
              </a:gs>
              <a:gs pos="44000">
                <a:srgbClr val="5532C0"/>
              </a:gs>
              <a:gs pos="100000">
                <a:srgbClr val="7F52C5"/>
              </a:gs>
            </a:gsLst>
            <a:lin ang="0" scaled="1"/>
          </a:gradFill>
          <a:ln w="571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1925;p221">
            <a:extLst>
              <a:ext uri="{FF2B5EF4-FFF2-40B4-BE49-F238E27FC236}">
                <a16:creationId xmlns:a16="http://schemas.microsoft.com/office/drawing/2014/main" id="{1A5EAC5E-C2E1-4831-B4AA-8947CCEA4ABB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8" name="Google Shape;1926;p221">
              <a:extLst>
                <a:ext uri="{FF2B5EF4-FFF2-40B4-BE49-F238E27FC236}">
                  <a16:creationId xmlns:a16="http://schemas.microsoft.com/office/drawing/2014/main" id="{DB217CCB-E122-654D-2D19-74737B63AC2D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27;p221">
              <a:extLst>
                <a:ext uri="{FF2B5EF4-FFF2-40B4-BE49-F238E27FC236}">
                  <a16:creationId xmlns:a16="http://schemas.microsoft.com/office/drawing/2014/main" id="{9844BC84-6263-91DD-5A73-37A8A04DE5E5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28;p221">
              <a:extLst>
                <a:ext uri="{FF2B5EF4-FFF2-40B4-BE49-F238E27FC236}">
                  <a16:creationId xmlns:a16="http://schemas.microsoft.com/office/drawing/2014/main" id="{E2DB1C8C-09EF-519C-3C5B-A2C54EE4980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29;p221">
              <a:extLst>
                <a:ext uri="{FF2B5EF4-FFF2-40B4-BE49-F238E27FC236}">
                  <a16:creationId xmlns:a16="http://schemas.microsoft.com/office/drawing/2014/main" id="{D71975BB-5D43-9A1A-96D5-84658C22A213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0;p221">
              <a:extLst>
                <a:ext uri="{FF2B5EF4-FFF2-40B4-BE49-F238E27FC236}">
                  <a16:creationId xmlns:a16="http://schemas.microsoft.com/office/drawing/2014/main" id="{9F6E38F5-AE15-20E7-CF55-3D7A5E6AEE56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1;p221">
              <a:extLst>
                <a:ext uri="{FF2B5EF4-FFF2-40B4-BE49-F238E27FC236}">
                  <a16:creationId xmlns:a16="http://schemas.microsoft.com/office/drawing/2014/main" id="{9589B921-B81E-639D-84F4-3AD8527D22A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2;p221">
              <a:extLst>
                <a:ext uri="{FF2B5EF4-FFF2-40B4-BE49-F238E27FC236}">
                  <a16:creationId xmlns:a16="http://schemas.microsoft.com/office/drawing/2014/main" id="{85A8602E-039D-84E6-61FF-D88D0D6C5971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3;p221">
              <a:extLst>
                <a:ext uri="{FF2B5EF4-FFF2-40B4-BE49-F238E27FC236}">
                  <a16:creationId xmlns:a16="http://schemas.microsoft.com/office/drawing/2014/main" id="{1E064366-90A3-F381-5FB7-4D8E33B87F7A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34;p221">
              <a:extLst>
                <a:ext uri="{FF2B5EF4-FFF2-40B4-BE49-F238E27FC236}">
                  <a16:creationId xmlns:a16="http://schemas.microsoft.com/office/drawing/2014/main" id="{D08DA0FA-54D3-8C69-C638-77B48618F60E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35;p221">
              <a:extLst>
                <a:ext uri="{FF2B5EF4-FFF2-40B4-BE49-F238E27FC236}">
                  <a16:creationId xmlns:a16="http://schemas.microsoft.com/office/drawing/2014/main" id="{068A4DFB-971B-AB57-4FAB-B5F6E8B993A4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36;p221">
              <a:extLst>
                <a:ext uri="{FF2B5EF4-FFF2-40B4-BE49-F238E27FC236}">
                  <a16:creationId xmlns:a16="http://schemas.microsoft.com/office/drawing/2014/main" id="{A9C4A4FC-0AB9-FF72-890B-994DC73FD3A5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37;p221">
              <a:extLst>
                <a:ext uri="{FF2B5EF4-FFF2-40B4-BE49-F238E27FC236}">
                  <a16:creationId xmlns:a16="http://schemas.microsoft.com/office/drawing/2014/main" id="{658C9AEF-3493-5CBC-0090-6FDC8F205B70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38;p221">
              <a:extLst>
                <a:ext uri="{FF2B5EF4-FFF2-40B4-BE49-F238E27FC236}">
                  <a16:creationId xmlns:a16="http://schemas.microsoft.com/office/drawing/2014/main" id="{CACDEEC4-6917-FFA2-7A4F-EF4521ECC57F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49;p228">
            <a:extLst>
              <a:ext uri="{FF2B5EF4-FFF2-40B4-BE49-F238E27FC236}">
                <a16:creationId xmlns:a16="http://schemas.microsoft.com/office/drawing/2014/main" id="{D1B12E48-BCB5-355D-926C-DAC413E45725}"/>
              </a:ext>
            </a:extLst>
          </p:cNvPr>
          <p:cNvSpPr txBox="1">
            <a:spLocks/>
          </p:cNvSpPr>
          <p:nvPr/>
        </p:nvSpPr>
        <p:spPr>
          <a:xfrm>
            <a:off x="870636" y="2045813"/>
            <a:ext cx="4784400" cy="75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>
              <a:buSzPts val="990"/>
            </a:pPr>
            <a:r>
              <a:rPr lang="en-US" sz="4800">
                <a:solidFill>
                  <a:srgbClr val="F0F2FC"/>
                </a:solidFill>
                <a:latin typeface="Verdana"/>
                <a:ea typeface="Verdana"/>
                <a:cs typeface="Poppins"/>
              </a:rPr>
              <a:t>Joe Putz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81235-C82B-84BF-9C34-047EC7EB7825}"/>
              </a:ext>
            </a:extLst>
          </p:cNvPr>
          <p:cNvSpPr txBox="1"/>
          <p:nvPr/>
        </p:nvSpPr>
        <p:spPr>
          <a:xfrm>
            <a:off x="6930639" y="461122"/>
            <a:ext cx="4798372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Use Case</a:t>
            </a:r>
            <a:endParaRPr lang="en-US"/>
          </a:p>
        </p:txBody>
      </p:sp>
      <p:sp>
        <p:nvSpPr>
          <p:cNvPr id="4" name="Google Shape;2050;p228">
            <a:extLst>
              <a:ext uri="{FF2B5EF4-FFF2-40B4-BE49-F238E27FC236}">
                <a16:creationId xmlns:a16="http://schemas.microsoft.com/office/drawing/2014/main" id="{58F8013E-525A-D7F0-C4D1-B70E52B83371}"/>
              </a:ext>
            </a:extLst>
          </p:cNvPr>
          <p:cNvSpPr txBox="1">
            <a:spLocks/>
          </p:cNvSpPr>
          <p:nvPr/>
        </p:nvSpPr>
        <p:spPr>
          <a:xfrm>
            <a:off x="6168118" y="1370527"/>
            <a:ext cx="5501469" cy="4555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The deployment and scalability of a banking app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Python and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Mysql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 to generate data and save it for the aforementioned banking app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Dockerize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 images to create consistency in deployment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Use Kubernetes to allow deployment, automation, and management of the containerized app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Apply to AWS to allow the use of additional Amazon features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Use Terraform as a means of implementing Infrastructure as Code to create consistent deployments.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Use Jenkins for CI/CD automation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Use SonarQube for code analysis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venir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veni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873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228"/>
          <p:cNvSpPr/>
          <p:nvPr/>
        </p:nvSpPr>
        <p:spPr>
          <a:xfrm rot="10800000">
            <a:off x="523012" y="0"/>
            <a:ext cx="5479650" cy="5786250"/>
          </a:xfrm>
          <a:prstGeom prst="flowChartManualInput">
            <a:avLst/>
          </a:prstGeom>
          <a:gradFill>
            <a:gsLst>
              <a:gs pos="0">
                <a:srgbClr val="3345DB"/>
              </a:gs>
              <a:gs pos="44000">
                <a:srgbClr val="5532C0"/>
              </a:gs>
              <a:gs pos="100000">
                <a:srgbClr val="7F52C5"/>
              </a:gs>
            </a:gsLst>
            <a:lin ang="0" scaled="1"/>
          </a:gradFill>
          <a:ln w="571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1925;p221">
            <a:extLst>
              <a:ext uri="{FF2B5EF4-FFF2-40B4-BE49-F238E27FC236}">
                <a16:creationId xmlns:a16="http://schemas.microsoft.com/office/drawing/2014/main" id="{1A5EAC5E-C2E1-4831-B4AA-8947CCEA4ABB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8" name="Google Shape;1926;p221">
              <a:extLst>
                <a:ext uri="{FF2B5EF4-FFF2-40B4-BE49-F238E27FC236}">
                  <a16:creationId xmlns:a16="http://schemas.microsoft.com/office/drawing/2014/main" id="{DB217CCB-E122-654D-2D19-74737B63AC2D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27;p221">
              <a:extLst>
                <a:ext uri="{FF2B5EF4-FFF2-40B4-BE49-F238E27FC236}">
                  <a16:creationId xmlns:a16="http://schemas.microsoft.com/office/drawing/2014/main" id="{9844BC84-6263-91DD-5A73-37A8A04DE5E5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28;p221">
              <a:extLst>
                <a:ext uri="{FF2B5EF4-FFF2-40B4-BE49-F238E27FC236}">
                  <a16:creationId xmlns:a16="http://schemas.microsoft.com/office/drawing/2014/main" id="{E2DB1C8C-09EF-519C-3C5B-A2C54EE4980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29;p221">
              <a:extLst>
                <a:ext uri="{FF2B5EF4-FFF2-40B4-BE49-F238E27FC236}">
                  <a16:creationId xmlns:a16="http://schemas.microsoft.com/office/drawing/2014/main" id="{D71975BB-5D43-9A1A-96D5-84658C22A213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0;p221">
              <a:extLst>
                <a:ext uri="{FF2B5EF4-FFF2-40B4-BE49-F238E27FC236}">
                  <a16:creationId xmlns:a16="http://schemas.microsoft.com/office/drawing/2014/main" id="{9F6E38F5-AE15-20E7-CF55-3D7A5E6AEE56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1;p221">
              <a:extLst>
                <a:ext uri="{FF2B5EF4-FFF2-40B4-BE49-F238E27FC236}">
                  <a16:creationId xmlns:a16="http://schemas.microsoft.com/office/drawing/2014/main" id="{9589B921-B81E-639D-84F4-3AD8527D22A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2;p221">
              <a:extLst>
                <a:ext uri="{FF2B5EF4-FFF2-40B4-BE49-F238E27FC236}">
                  <a16:creationId xmlns:a16="http://schemas.microsoft.com/office/drawing/2014/main" id="{85A8602E-039D-84E6-61FF-D88D0D6C5971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3;p221">
              <a:extLst>
                <a:ext uri="{FF2B5EF4-FFF2-40B4-BE49-F238E27FC236}">
                  <a16:creationId xmlns:a16="http://schemas.microsoft.com/office/drawing/2014/main" id="{1E064366-90A3-F381-5FB7-4D8E33B87F7A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34;p221">
              <a:extLst>
                <a:ext uri="{FF2B5EF4-FFF2-40B4-BE49-F238E27FC236}">
                  <a16:creationId xmlns:a16="http://schemas.microsoft.com/office/drawing/2014/main" id="{D08DA0FA-54D3-8C69-C638-77B48618F60E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35;p221">
              <a:extLst>
                <a:ext uri="{FF2B5EF4-FFF2-40B4-BE49-F238E27FC236}">
                  <a16:creationId xmlns:a16="http://schemas.microsoft.com/office/drawing/2014/main" id="{068A4DFB-971B-AB57-4FAB-B5F6E8B993A4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36;p221">
              <a:extLst>
                <a:ext uri="{FF2B5EF4-FFF2-40B4-BE49-F238E27FC236}">
                  <a16:creationId xmlns:a16="http://schemas.microsoft.com/office/drawing/2014/main" id="{A9C4A4FC-0AB9-FF72-890B-994DC73FD3A5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37;p221">
              <a:extLst>
                <a:ext uri="{FF2B5EF4-FFF2-40B4-BE49-F238E27FC236}">
                  <a16:creationId xmlns:a16="http://schemas.microsoft.com/office/drawing/2014/main" id="{658C9AEF-3493-5CBC-0090-6FDC8F205B70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38;p221">
              <a:extLst>
                <a:ext uri="{FF2B5EF4-FFF2-40B4-BE49-F238E27FC236}">
                  <a16:creationId xmlns:a16="http://schemas.microsoft.com/office/drawing/2014/main" id="{CACDEEC4-6917-FFA2-7A4F-EF4521ECC57F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49;p228">
            <a:extLst>
              <a:ext uri="{FF2B5EF4-FFF2-40B4-BE49-F238E27FC236}">
                <a16:creationId xmlns:a16="http://schemas.microsoft.com/office/drawing/2014/main" id="{D1B12E48-BCB5-355D-926C-DAC413E45725}"/>
              </a:ext>
            </a:extLst>
          </p:cNvPr>
          <p:cNvSpPr txBox="1">
            <a:spLocks/>
          </p:cNvSpPr>
          <p:nvPr/>
        </p:nvSpPr>
        <p:spPr>
          <a:xfrm>
            <a:off x="870636" y="2045813"/>
            <a:ext cx="4784400" cy="75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>
              <a:buSzPts val="990"/>
            </a:pPr>
            <a:r>
              <a:rPr lang="en-US" sz="4800">
                <a:solidFill>
                  <a:srgbClr val="F0F2FC"/>
                </a:solidFill>
                <a:latin typeface="Verdana"/>
                <a:ea typeface="Verdana"/>
                <a:cs typeface="Poppins"/>
              </a:rPr>
              <a:t>Joe Putz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81235-C82B-84BF-9C34-047EC7EB7825}"/>
              </a:ext>
            </a:extLst>
          </p:cNvPr>
          <p:cNvSpPr txBox="1"/>
          <p:nvPr/>
        </p:nvSpPr>
        <p:spPr>
          <a:xfrm>
            <a:off x="6930639" y="461122"/>
            <a:ext cx="4798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Responsibilities</a:t>
            </a:r>
            <a:endParaRPr lang="en-US" sz="1100" b="1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Google Shape;2050;p228">
            <a:extLst>
              <a:ext uri="{FF2B5EF4-FFF2-40B4-BE49-F238E27FC236}">
                <a16:creationId xmlns:a16="http://schemas.microsoft.com/office/drawing/2014/main" id="{58F8013E-525A-D7F0-C4D1-B70E52B83371}"/>
              </a:ext>
            </a:extLst>
          </p:cNvPr>
          <p:cNvSpPr txBox="1">
            <a:spLocks/>
          </p:cNvSpPr>
          <p:nvPr/>
        </p:nvSpPr>
        <p:spPr>
          <a:xfrm>
            <a:off x="7044940" y="1537541"/>
            <a:ext cx="4040100" cy="4724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Maintain the functionality and connectivity of the database and various services of the app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Avenir"/>
              <a:cs typeface="Arial" panose="020B0604020202020204" pitchFamily="34" charset="0"/>
            </a:endParaRP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Generate necessary data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Dockerize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 the microservices, gateway, and portals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Deploy the images on various platforms including 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Minikube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, AWS EKS, and AWS ECS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  <a:sym typeface="Avenir"/>
              </a:rPr>
              <a:t>Provision the necessary infrastructure to create a working application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venir"/>
              <a:cs typeface="Arial"/>
            </a:endParaRP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Implement an automation pipeline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Be efficient, and decrease costs where possible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venir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veni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1161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925;p221">
            <a:extLst>
              <a:ext uri="{FF2B5EF4-FFF2-40B4-BE49-F238E27FC236}">
                <a16:creationId xmlns:a16="http://schemas.microsoft.com/office/drawing/2014/main" id="{1CC8FA41-870C-FE7C-D0D7-1F9607E9793D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3" name="Google Shape;1926;p221">
              <a:extLst>
                <a:ext uri="{FF2B5EF4-FFF2-40B4-BE49-F238E27FC236}">
                  <a16:creationId xmlns:a16="http://schemas.microsoft.com/office/drawing/2014/main" id="{5F644AFA-AF27-98AB-D466-D03FDB3EDE36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927;p221">
              <a:extLst>
                <a:ext uri="{FF2B5EF4-FFF2-40B4-BE49-F238E27FC236}">
                  <a16:creationId xmlns:a16="http://schemas.microsoft.com/office/drawing/2014/main" id="{08A85A65-F62A-7D0E-D6DD-9FDE85261B8A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28;p221">
              <a:extLst>
                <a:ext uri="{FF2B5EF4-FFF2-40B4-BE49-F238E27FC236}">
                  <a16:creationId xmlns:a16="http://schemas.microsoft.com/office/drawing/2014/main" id="{51DBE62C-BD5C-E2D4-A881-2B20D3B0282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29;p221">
              <a:extLst>
                <a:ext uri="{FF2B5EF4-FFF2-40B4-BE49-F238E27FC236}">
                  <a16:creationId xmlns:a16="http://schemas.microsoft.com/office/drawing/2014/main" id="{D36F60F6-E590-4BC8-68AD-172262E15AFB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30;p221">
              <a:extLst>
                <a:ext uri="{FF2B5EF4-FFF2-40B4-BE49-F238E27FC236}">
                  <a16:creationId xmlns:a16="http://schemas.microsoft.com/office/drawing/2014/main" id="{1495F72D-3BE1-5DE3-8C1C-9475A3BAE01B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31;p221">
              <a:extLst>
                <a:ext uri="{FF2B5EF4-FFF2-40B4-BE49-F238E27FC236}">
                  <a16:creationId xmlns:a16="http://schemas.microsoft.com/office/drawing/2014/main" id="{A236BEF1-1034-B050-B626-A455014E393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32;p221">
              <a:extLst>
                <a:ext uri="{FF2B5EF4-FFF2-40B4-BE49-F238E27FC236}">
                  <a16:creationId xmlns:a16="http://schemas.microsoft.com/office/drawing/2014/main" id="{8CF09F3E-A5CD-3CBB-BD51-63CFD8EF3F0C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33;p221">
              <a:extLst>
                <a:ext uri="{FF2B5EF4-FFF2-40B4-BE49-F238E27FC236}">
                  <a16:creationId xmlns:a16="http://schemas.microsoft.com/office/drawing/2014/main" id="{7D80A843-3EA7-E6D8-7CCB-25903D3B7EC7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34;p221">
              <a:extLst>
                <a:ext uri="{FF2B5EF4-FFF2-40B4-BE49-F238E27FC236}">
                  <a16:creationId xmlns:a16="http://schemas.microsoft.com/office/drawing/2014/main" id="{5850073C-4FD3-EE52-0007-1772A6D63353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5;p221">
              <a:extLst>
                <a:ext uri="{FF2B5EF4-FFF2-40B4-BE49-F238E27FC236}">
                  <a16:creationId xmlns:a16="http://schemas.microsoft.com/office/drawing/2014/main" id="{C2621CB7-BA39-F3A8-3094-6C6A058B01F1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6;p221">
              <a:extLst>
                <a:ext uri="{FF2B5EF4-FFF2-40B4-BE49-F238E27FC236}">
                  <a16:creationId xmlns:a16="http://schemas.microsoft.com/office/drawing/2014/main" id="{9311C9D3-822B-C6E5-E906-A83BD3747F2E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7;p221">
              <a:extLst>
                <a:ext uri="{FF2B5EF4-FFF2-40B4-BE49-F238E27FC236}">
                  <a16:creationId xmlns:a16="http://schemas.microsoft.com/office/drawing/2014/main" id="{7A698519-C9DB-1907-5A1C-9D193173102B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8;p221">
              <a:extLst>
                <a:ext uri="{FF2B5EF4-FFF2-40B4-BE49-F238E27FC236}">
                  <a16:creationId xmlns:a16="http://schemas.microsoft.com/office/drawing/2014/main" id="{D34B6954-EB67-F999-F665-E06AD05FF2CE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68BC2E1-A8B5-8425-7719-2FDA9F9FD561}"/>
              </a:ext>
            </a:extLst>
          </p:cNvPr>
          <p:cNvSpPr txBox="1"/>
          <p:nvPr/>
        </p:nvSpPr>
        <p:spPr>
          <a:xfrm>
            <a:off x="576205" y="313349"/>
            <a:ext cx="1109014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Implementation</a:t>
            </a:r>
            <a:endParaRPr lang="en-US" sz="4800" b="1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sp>
        <p:nvSpPr>
          <p:cNvPr id="17" name="Google Shape;2050;p228">
            <a:extLst>
              <a:ext uri="{FF2B5EF4-FFF2-40B4-BE49-F238E27FC236}">
                <a16:creationId xmlns:a16="http://schemas.microsoft.com/office/drawing/2014/main" id="{23256A91-0195-693D-23DB-3E19C2AB9878}"/>
              </a:ext>
            </a:extLst>
          </p:cNvPr>
          <p:cNvSpPr txBox="1">
            <a:spLocks/>
          </p:cNvSpPr>
          <p:nvPr/>
        </p:nvSpPr>
        <p:spPr>
          <a:xfrm>
            <a:off x="1551166" y="2262670"/>
            <a:ext cx="9128293" cy="3000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  <a:sym typeface="Avenir"/>
              </a:rPr>
              <a:t>Retrieve initial code, provision database, and test connectivity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Avenir"/>
              <a:cs typeface="Arial" panose="020B0604020202020204" pitchFamily="34" charset="0"/>
            </a:endParaRP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Generate data through manual implementation as well as creation of functions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Avenir"/>
              <a:cs typeface="Arial" panose="020B0604020202020204" pitchFamily="34" charset="0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Create Docker images for the application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  <a:sym typeface="Avenir"/>
              </a:rPr>
              <a:t>Implement the containerized app on various platforms (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  <a:sym typeface="Avenir"/>
              </a:rPr>
              <a:t>Minikube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  <a:sym typeface="Avenir"/>
              </a:rPr>
              <a:t>, AWS)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venir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Deploy on AWS using RDS for the database, and EKS for the initial cluster configuration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Automate the provisioning of resources from AWS using Terraform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Follow the Agile Scrum framework to manage time and complete tasks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Use Jenkins to create an automated deployment pipeline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veni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0601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925;p221">
            <a:extLst>
              <a:ext uri="{FF2B5EF4-FFF2-40B4-BE49-F238E27FC236}">
                <a16:creationId xmlns:a16="http://schemas.microsoft.com/office/drawing/2014/main" id="{1CC8FA41-870C-FE7C-D0D7-1F9607E9793D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3" name="Google Shape;1926;p221">
              <a:extLst>
                <a:ext uri="{FF2B5EF4-FFF2-40B4-BE49-F238E27FC236}">
                  <a16:creationId xmlns:a16="http://schemas.microsoft.com/office/drawing/2014/main" id="{5F644AFA-AF27-98AB-D466-D03FDB3EDE36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927;p221">
              <a:extLst>
                <a:ext uri="{FF2B5EF4-FFF2-40B4-BE49-F238E27FC236}">
                  <a16:creationId xmlns:a16="http://schemas.microsoft.com/office/drawing/2014/main" id="{08A85A65-F62A-7D0E-D6DD-9FDE85261B8A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28;p221">
              <a:extLst>
                <a:ext uri="{FF2B5EF4-FFF2-40B4-BE49-F238E27FC236}">
                  <a16:creationId xmlns:a16="http://schemas.microsoft.com/office/drawing/2014/main" id="{51DBE62C-BD5C-E2D4-A881-2B20D3B0282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29;p221">
              <a:extLst>
                <a:ext uri="{FF2B5EF4-FFF2-40B4-BE49-F238E27FC236}">
                  <a16:creationId xmlns:a16="http://schemas.microsoft.com/office/drawing/2014/main" id="{D36F60F6-E590-4BC8-68AD-172262E15AFB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30;p221">
              <a:extLst>
                <a:ext uri="{FF2B5EF4-FFF2-40B4-BE49-F238E27FC236}">
                  <a16:creationId xmlns:a16="http://schemas.microsoft.com/office/drawing/2014/main" id="{1495F72D-3BE1-5DE3-8C1C-9475A3BAE01B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31;p221">
              <a:extLst>
                <a:ext uri="{FF2B5EF4-FFF2-40B4-BE49-F238E27FC236}">
                  <a16:creationId xmlns:a16="http://schemas.microsoft.com/office/drawing/2014/main" id="{A236BEF1-1034-B050-B626-A455014E393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32;p221">
              <a:extLst>
                <a:ext uri="{FF2B5EF4-FFF2-40B4-BE49-F238E27FC236}">
                  <a16:creationId xmlns:a16="http://schemas.microsoft.com/office/drawing/2014/main" id="{8CF09F3E-A5CD-3CBB-BD51-63CFD8EF3F0C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33;p221">
              <a:extLst>
                <a:ext uri="{FF2B5EF4-FFF2-40B4-BE49-F238E27FC236}">
                  <a16:creationId xmlns:a16="http://schemas.microsoft.com/office/drawing/2014/main" id="{7D80A843-3EA7-E6D8-7CCB-25903D3B7EC7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34;p221">
              <a:extLst>
                <a:ext uri="{FF2B5EF4-FFF2-40B4-BE49-F238E27FC236}">
                  <a16:creationId xmlns:a16="http://schemas.microsoft.com/office/drawing/2014/main" id="{5850073C-4FD3-EE52-0007-1772A6D63353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5;p221">
              <a:extLst>
                <a:ext uri="{FF2B5EF4-FFF2-40B4-BE49-F238E27FC236}">
                  <a16:creationId xmlns:a16="http://schemas.microsoft.com/office/drawing/2014/main" id="{C2621CB7-BA39-F3A8-3094-6C6A058B01F1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6;p221">
              <a:extLst>
                <a:ext uri="{FF2B5EF4-FFF2-40B4-BE49-F238E27FC236}">
                  <a16:creationId xmlns:a16="http://schemas.microsoft.com/office/drawing/2014/main" id="{9311C9D3-822B-C6E5-E906-A83BD3747F2E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7;p221">
              <a:extLst>
                <a:ext uri="{FF2B5EF4-FFF2-40B4-BE49-F238E27FC236}">
                  <a16:creationId xmlns:a16="http://schemas.microsoft.com/office/drawing/2014/main" id="{7A698519-C9DB-1907-5A1C-9D193173102B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8;p221">
              <a:extLst>
                <a:ext uri="{FF2B5EF4-FFF2-40B4-BE49-F238E27FC236}">
                  <a16:creationId xmlns:a16="http://schemas.microsoft.com/office/drawing/2014/main" id="{D34B6954-EB67-F999-F665-E06AD05FF2CE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68BC2E1-A8B5-8425-7719-2FDA9F9FD561}"/>
              </a:ext>
            </a:extLst>
          </p:cNvPr>
          <p:cNvSpPr txBox="1"/>
          <p:nvPr/>
        </p:nvSpPr>
        <p:spPr>
          <a:xfrm>
            <a:off x="547268" y="2734387"/>
            <a:ext cx="1109014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Live Demo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88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228"/>
          <p:cNvSpPr/>
          <p:nvPr/>
        </p:nvSpPr>
        <p:spPr>
          <a:xfrm rot="10800000">
            <a:off x="523012" y="0"/>
            <a:ext cx="5479650" cy="5786250"/>
          </a:xfrm>
          <a:prstGeom prst="flowChartManualInput">
            <a:avLst/>
          </a:prstGeom>
          <a:gradFill>
            <a:gsLst>
              <a:gs pos="0">
                <a:srgbClr val="3345DB"/>
              </a:gs>
              <a:gs pos="44000">
                <a:srgbClr val="5532C0"/>
              </a:gs>
              <a:gs pos="100000">
                <a:srgbClr val="7F52C5"/>
              </a:gs>
            </a:gsLst>
            <a:lin ang="0" scaled="1"/>
          </a:gradFill>
          <a:ln w="571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1925;p221">
            <a:extLst>
              <a:ext uri="{FF2B5EF4-FFF2-40B4-BE49-F238E27FC236}">
                <a16:creationId xmlns:a16="http://schemas.microsoft.com/office/drawing/2014/main" id="{1A5EAC5E-C2E1-4831-B4AA-8947CCEA4ABB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8" name="Google Shape;1926;p221">
              <a:extLst>
                <a:ext uri="{FF2B5EF4-FFF2-40B4-BE49-F238E27FC236}">
                  <a16:creationId xmlns:a16="http://schemas.microsoft.com/office/drawing/2014/main" id="{DB217CCB-E122-654D-2D19-74737B63AC2D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27;p221">
              <a:extLst>
                <a:ext uri="{FF2B5EF4-FFF2-40B4-BE49-F238E27FC236}">
                  <a16:creationId xmlns:a16="http://schemas.microsoft.com/office/drawing/2014/main" id="{9844BC84-6263-91DD-5A73-37A8A04DE5E5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28;p221">
              <a:extLst>
                <a:ext uri="{FF2B5EF4-FFF2-40B4-BE49-F238E27FC236}">
                  <a16:creationId xmlns:a16="http://schemas.microsoft.com/office/drawing/2014/main" id="{E2DB1C8C-09EF-519C-3C5B-A2C54EE4980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29;p221">
              <a:extLst>
                <a:ext uri="{FF2B5EF4-FFF2-40B4-BE49-F238E27FC236}">
                  <a16:creationId xmlns:a16="http://schemas.microsoft.com/office/drawing/2014/main" id="{D71975BB-5D43-9A1A-96D5-84658C22A213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0;p221">
              <a:extLst>
                <a:ext uri="{FF2B5EF4-FFF2-40B4-BE49-F238E27FC236}">
                  <a16:creationId xmlns:a16="http://schemas.microsoft.com/office/drawing/2014/main" id="{9F6E38F5-AE15-20E7-CF55-3D7A5E6AEE56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1;p221">
              <a:extLst>
                <a:ext uri="{FF2B5EF4-FFF2-40B4-BE49-F238E27FC236}">
                  <a16:creationId xmlns:a16="http://schemas.microsoft.com/office/drawing/2014/main" id="{9589B921-B81E-639D-84F4-3AD8527D22A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2;p221">
              <a:extLst>
                <a:ext uri="{FF2B5EF4-FFF2-40B4-BE49-F238E27FC236}">
                  <a16:creationId xmlns:a16="http://schemas.microsoft.com/office/drawing/2014/main" id="{85A8602E-039D-84E6-61FF-D88D0D6C5971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3;p221">
              <a:extLst>
                <a:ext uri="{FF2B5EF4-FFF2-40B4-BE49-F238E27FC236}">
                  <a16:creationId xmlns:a16="http://schemas.microsoft.com/office/drawing/2014/main" id="{1E064366-90A3-F381-5FB7-4D8E33B87F7A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34;p221">
              <a:extLst>
                <a:ext uri="{FF2B5EF4-FFF2-40B4-BE49-F238E27FC236}">
                  <a16:creationId xmlns:a16="http://schemas.microsoft.com/office/drawing/2014/main" id="{D08DA0FA-54D3-8C69-C638-77B48618F60E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35;p221">
              <a:extLst>
                <a:ext uri="{FF2B5EF4-FFF2-40B4-BE49-F238E27FC236}">
                  <a16:creationId xmlns:a16="http://schemas.microsoft.com/office/drawing/2014/main" id="{068A4DFB-971B-AB57-4FAB-B5F6E8B993A4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36;p221">
              <a:extLst>
                <a:ext uri="{FF2B5EF4-FFF2-40B4-BE49-F238E27FC236}">
                  <a16:creationId xmlns:a16="http://schemas.microsoft.com/office/drawing/2014/main" id="{A9C4A4FC-0AB9-FF72-890B-994DC73FD3A5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37;p221">
              <a:extLst>
                <a:ext uri="{FF2B5EF4-FFF2-40B4-BE49-F238E27FC236}">
                  <a16:creationId xmlns:a16="http://schemas.microsoft.com/office/drawing/2014/main" id="{658C9AEF-3493-5CBC-0090-6FDC8F205B70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38;p221">
              <a:extLst>
                <a:ext uri="{FF2B5EF4-FFF2-40B4-BE49-F238E27FC236}">
                  <a16:creationId xmlns:a16="http://schemas.microsoft.com/office/drawing/2014/main" id="{CACDEEC4-6917-FFA2-7A4F-EF4521ECC57F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49;p228">
            <a:extLst>
              <a:ext uri="{FF2B5EF4-FFF2-40B4-BE49-F238E27FC236}">
                <a16:creationId xmlns:a16="http://schemas.microsoft.com/office/drawing/2014/main" id="{D1B12E48-BCB5-355D-926C-DAC413E45725}"/>
              </a:ext>
            </a:extLst>
          </p:cNvPr>
          <p:cNvSpPr txBox="1">
            <a:spLocks/>
          </p:cNvSpPr>
          <p:nvPr/>
        </p:nvSpPr>
        <p:spPr>
          <a:xfrm>
            <a:off x="870636" y="2045813"/>
            <a:ext cx="4784400" cy="10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-US" sz="3600">
                <a:solidFill>
                  <a:srgbClr val="F0F2FC"/>
                </a:solidFill>
                <a:latin typeface="Verdana"/>
                <a:ea typeface="Verdana"/>
                <a:cs typeface="Poppins"/>
                <a:sym typeface="Poppins"/>
              </a:rPr>
              <a:t>Jorge Luis</a:t>
            </a:r>
            <a:br>
              <a:rPr lang="en-US" sz="3600">
                <a:solidFill>
                  <a:srgbClr val="F0F2FC"/>
                </a:solidFill>
                <a:latin typeface="Verdana"/>
                <a:ea typeface="Verdana"/>
                <a:cs typeface="Poppins"/>
                <a:sym typeface="Poppins"/>
              </a:rPr>
            </a:br>
            <a:r>
              <a:rPr lang="en-US" sz="3600">
                <a:solidFill>
                  <a:srgbClr val="F0F2FC"/>
                </a:solidFill>
                <a:latin typeface="Verdana"/>
                <a:ea typeface="Verdana"/>
                <a:cs typeface="Poppins"/>
                <a:sym typeface="Poppins"/>
              </a:rPr>
              <a:t>Canales Jr.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81235-C82B-84BF-9C34-047EC7EB7825}"/>
              </a:ext>
            </a:extLst>
          </p:cNvPr>
          <p:cNvSpPr txBox="1"/>
          <p:nvPr/>
        </p:nvSpPr>
        <p:spPr>
          <a:xfrm>
            <a:off x="6930639" y="461122"/>
            <a:ext cx="4798372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Use Case</a:t>
            </a:r>
            <a:endParaRPr lang="en-US"/>
          </a:p>
        </p:txBody>
      </p:sp>
      <p:sp>
        <p:nvSpPr>
          <p:cNvPr id="4" name="Google Shape;2050;p228">
            <a:extLst>
              <a:ext uri="{FF2B5EF4-FFF2-40B4-BE49-F238E27FC236}">
                <a16:creationId xmlns:a16="http://schemas.microsoft.com/office/drawing/2014/main" id="{58F8013E-525A-D7F0-C4D1-B70E52B83371}"/>
              </a:ext>
            </a:extLst>
          </p:cNvPr>
          <p:cNvSpPr txBox="1">
            <a:spLocks/>
          </p:cNvSpPr>
          <p:nvPr/>
        </p:nvSpPr>
        <p:spPr>
          <a:xfrm>
            <a:off x="6183245" y="1243626"/>
            <a:ext cx="5887587" cy="497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>
              <a:lnSpc>
                <a:spcPct val="100000"/>
              </a:lnSpc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Python Data Generation: Creating dummy data for testing and local development.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>
              <a:lnSpc>
                <a:spcPct val="100000"/>
              </a:lnSpc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Docker Containerization: Ensuring consistent deployment with Docker.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Kubernetes Orchestration: Scaling and automating service management on AWS EKS/ECS.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>
              <a:lnSpc>
                <a:spcPct val="100000"/>
              </a:lnSpc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Terraform Infrastructure Provisioning: Automating for reliable deployments and simplified management.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CI/CD Automation: Using Jenkins and SonarQube for deployment and code analysis.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6876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228"/>
          <p:cNvSpPr/>
          <p:nvPr/>
        </p:nvSpPr>
        <p:spPr>
          <a:xfrm rot="10800000">
            <a:off x="523012" y="0"/>
            <a:ext cx="5479650" cy="5786250"/>
          </a:xfrm>
          <a:prstGeom prst="flowChartManualInput">
            <a:avLst/>
          </a:prstGeom>
          <a:gradFill>
            <a:gsLst>
              <a:gs pos="0">
                <a:srgbClr val="3345DB"/>
              </a:gs>
              <a:gs pos="44000">
                <a:srgbClr val="5532C0"/>
              </a:gs>
              <a:gs pos="100000">
                <a:srgbClr val="7F52C5"/>
              </a:gs>
            </a:gsLst>
            <a:lin ang="0" scaled="1"/>
          </a:gradFill>
          <a:ln w="571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1925;p221">
            <a:extLst>
              <a:ext uri="{FF2B5EF4-FFF2-40B4-BE49-F238E27FC236}">
                <a16:creationId xmlns:a16="http://schemas.microsoft.com/office/drawing/2014/main" id="{1A5EAC5E-C2E1-4831-B4AA-8947CCEA4ABB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8" name="Google Shape;1926;p221">
              <a:extLst>
                <a:ext uri="{FF2B5EF4-FFF2-40B4-BE49-F238E27FC236}">
                  <a16:creationId xmlns:a16="http://schemas.microsoft.com/office/drawing/2014/main" id="{DB217CCB-E122-654D-2D19-74737B63AC2D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27;p221">
              <a:extLst>
                <a:ext uri="{FF2B5EF4-FFF2-40B4-BE49-F238E27FC236}">
                  <a16:creationId xmlns:a16="http://schemas.microsoft.com/office/drawing/2014/main" id="{9844BC84-6263-91DD-5A73-37A8A04DE5E5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28;p221">
              <a:extLst>
                <a:ext uri="{FF2B5EF4-FFF2-40B4-BE49-F238E27FC236}">
                  <a16:creationId xmlns:a16="http://schemas.microsoft.com/office/drawing/2014/main" id="{E2DB1C8C-09EF-519C-3C5B-A2C54EE4980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29;p221">
              <a:extLst>
                <a:ext uri="{FF2B5EF4-FFF2-40B4-BE49-F238E27FC236}">
                  <a16:creationId xmlns:a16="http://schemas.microsoft.com/office/drawing/2014/main" id="{D71975BB-5D43-9A1A-96D5-84658C22A213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0;p221">
              <a:extLst>
                <a:ext uri="{FF2B5EF4-FFF2-40B4-BE49-F238E27FC236}">
                  <a16:creationId xmlns:a16="http://schemas.microsoft.com/office/drawing/2014/main" id="{9F6E38F5-AE15-20E7-CF55-3D7A5E6AEE56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1;p221">
              <a:extLst>
                <a:ext uri="{FF2B5EF4-FFF2-40B4-BE49-F238E27FC236}">
                  <a16:creationId xmlns:a16="http://schemas.microsoft.com/office/drawing/2014/main" id="{9589B921-B81E-639D-84F4-3AD8527D22A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2;p221">
              <a:extLst>
                <a:ext uri="{FF2B5EF4-FFF2-40B4-BE49-F238E27FC236}">
                  <a16:creationId xmlns:a16="http://schemas.microsoft.com/office/drawing/2014/main" id="{85A8602E-039D-84E6-61FF-D88D0D6C5971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3;p221">
              <a:extLst>
                <a:ext uri="{FF2B5EF4-FFF2-40B4-BE49-F238E27FC236}">
                  <a16:creationId xmlns:a16="http://schemas.microsoft.com/office/drawing/2014/main" id="{1E064366-90A3-F381-5FB7-4D8E33B87F7A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34;p221">
              <a:extLst>
                <a:ext uri="{FF2B5EF4-FFF2-40B4-BE49-F238E27FC236}">
                  <a16:creationId xmlns:a16="http://schemas.microsoft.com/office/drawing/2014/main" id="{D08DA0FA-54D3-8C69-C638-77B48618F60E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35;p221">
              <a:extLst>
                <a:ext uri="{FF2B5EF4-FFF2-40B4-BE49-F238E27FC236}">
                  <a16:creationId xmlns:a16="http://schemas.microsoft.com/office/drawing/2014/main" id="{068A4DFB-971B-AB57-4FAB-B5F6E8B993A4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36;p221">
              <a:extLst>
                <a:ext uri="{FF2B5EF4-FFF2-40B4-BE49-F238E27FC236}">
                  <a16:creationId xmlns:a16="http://schemas.microsoft.com/office/drawing/2014/main" id="{A9C4A4FC-0AB9-FF72-890B-994DC73FD3A5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37;p221">
              <a:extLst>
                <a:ext uri="{FF2B5EF4-FFF2-40B4-BE49-F238E27FC236}">
                  <a16:creationId xmlns:a16="http://schemas.microsoft.com/office/drawing/2014/main" id="{658C9AEF-3493-5CBC-0090-6FDC8F205B70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38;p221">
              <a:extLst>
                <a:ext uri="{FF2B5EF4-FFF2-40B4-BE49-F238E27FC236}">
                  <a16:creationId xmlns:a16="http://schemas.microsoft.com/office/drawing/2014/main" id="{CACDEEC4-6917-FFA2-7A4F-EF4521ECC57F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49;p228">
            <a:extLst>
              <a:ext uri="{FF2B5EF4-FFF2-40B4-BE49-F238E27FC236}">
                <a16:creationId xmlns:a16="http://schemas.microsoft.com/office/drawing/2014/main" id="{D1B12E48-BCB5-355D-926C-DAC413E45725}"/>
              </a:ext>
            </a:extLst>
          </p:cNvPr>
          <p:cNvSpPr txBox="1">
            <a:spLocks/>
          </p:cNvSpPr>
          <p:nvPr/>
        </p:nvSpPr>
        <p:spPr>
          <a:xfrm>
            <a:off x="870636" y="2045813"/>
            <a:ext cx="4784400" cy="10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-US" sz="3600">
                <a:solidFill>
                  <a:srgbClr val="F0F2FC"/>
                </a:solidFill>
                <a:latin typeface="Verdana"/>
                <a:ea typeface="Verdana"/>
                <a:cs typeface="Poppins"/>
                <a:sym typeface="Poppins"/>
              </a:rPr>
              <a:t>Jorge Luis</a:t>
            </a:r>
            <a:br>
              <a:rPr lang="en-US" sz="3600">
                <a:solidFill>
                  <a:srgbClr val="F0F2FC"/>
                </a:solidFill>
                <a:latin typeface="Verdana"/>
                <a:ea typeface="Verdana"/>
                <a:cs typeface="Poppins"/>
                <a:sym typeface="Poppins"/>
              </a:rPr>
            </a:br>
            <a:r>
              <a:rPr lang="en-US" sz="3600">
                <a:solidFill>
                  <a:srgbClr val="F0F2FC"/>
                </a:solidFill>
                <a:latin typeface="Verdana"/>
                <a:ea typeface="Verdana"/>
                <a:cs typeface="Poppins"/>
                <a:sym typeface="Poppins"/>
              </a:rPr>
              <a:t>Canales Jr.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81235-C82B-84BF-9C34-047EC7EB7825}"/>
              </a:ext>
            </a:extLst>
          </p:cNvPr>
          <p:cNvSpPr txBox="1"/>
          <p:nvPr/>
        </p:nvSpPr>
        <p:spPr>
          <a:xfrm>
            <a:off x="6930639" y="461122"/>
            <a:ext cx="4798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Responsibilities</a:t>
            </a:r>
            <a:endParaRPr lang="en-US" sz="1100" b="1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Google Shape;2050;p228">
            <a:extLst>
              <a:ext uri="{FF2B5EF4-FFF2-40B4-BE49-F238E27FC236}">
                <a16:creationId xmlns:a16="http://schemas.microsoft.com/office/drawing/2014/main" id="{58F8013E-525A-D7F0-C4D1-B70E52B83371}"/>
              </a:ext>
            </a:extLst>
          </p:cNvPr>
          <p:cNvSpPr txBox="1">
            <a:spLocks/>
          </p:cNvSpPr>
          <p:nvPr/>
        </p:nvSpPr>
        <p:spPr>
          <a:xfrm>
            <a:off x="6348255" y="1537541"/>
            <a:ext cx="5368155" cy="423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>
              <a:lnSpc>
                <a:spcPct val="100000"/>
              </a:lnSpc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Deploy an application to Amazon EKS using Jenkins and Docker images from ECR.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 panose="020B0604020202020204" pitchFamily="34" charset="0"/>
            </a:endParaRPr>
          </a:p>
          <a:p>
            <a:pPr marL="800100" lvl="1">
              <a:lnSpc>
                <a:spcPct val="100000"/>
              </a:lnSpc>
              <a:spcAft>
                <a:spcPts val="600"/>
              </a:spcAft>
              <a:buClr>
                <a:srgbClr val="5532C0"/>
              </a:buClr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Installing all necessary plugins, dependencies, and packages needed processes</a:t>
            </a:r>
          </a:p>
          <a:p>
            <a:pPr marL="800100" lvl="1">
              <a:lnSpc>
                <a:spcPct val="100000"/>
              </a:lnSpc>
              <a:spcAft>
                <a:spcPts val="600"/>
              </a:spcAft>
              <a:buClr>
                <a:srgbClr val="5532C0"/>
              </a:buClr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Create jobs/pipelines to automate processes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Build artifacts, push them to Amazon ECR, and perform code quality analysis with SonarQube using Jenkins.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Setup code quality testing and analysis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6785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925;p221">
            <a:extLst>
              <a:ext uri="{FF2B5EF4-FFF2-40B4-BE49-F238E27FC236}">
                <a16:creationId xmlns:a16="http://schemas.microsoft.com/office/drawing/2014/main" id="{1CC8FA41-870C-FE7C-D0D7-1F9607E9793D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3" name="Google Shape;1926;p221">
              <a:extLst>
                <a:ext uri="{FF2B5EF4-FFF2-40B4-BE49-F238E27FC236}">
                  <a16:creationId xmlns:a16="http://schemas.microsoft.com/office/drawing/2014/main" id="{5F644AFA-AF27-98AB-D466-D03FDB3EDE36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927;p221">
              <a:extLst>
                <a:ext uri="{FF2B5EF4-FFF2-40B4-BE49-F238E27FC236}">
                  <a16:creationId xmlns:a16="http://schemas.microsoft.com/office/drawing/2014/main" id="{08A85A65-F62A-7D0E-D6DD-9FDE85261B8A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28;p221">
              <a:extLst>
                <a:ext uri="{FF2B5EF4-FFF2-40B4-BE49-F238E27FC236}">
                  <a16:creationId xmlns:a16="http://schemas.microsoft.com/office/drawing/2014/main" id="{51DBE62C-BD5C-E2D4-A881-2B20D3B0282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29;p221">
              <a:extLst>
                <a:ext uri="{FF2B5EF4-FFF2-40B4-BE49-F238E27FC236}">
                  <a16:creationId xmlns:a16="http://schemas.microsoft.com/office/drawing/2014/main" id="{D36F60F6-E590-4BC8-68AD-172262E15AFB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30;p221">
              <a:extLst>
                <a:ext uri="{FF2B5EF4-FFF2-40B4-BE49-F238E27FC236}">
                  <a16:creationId xmlns:a16="http://schemas.microsoft.com/office/drawing/2014/main" id="{1495F72D-3BE1-5DE3-8C1C-9475A3BAE01B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31;p221">
              <a:extLst>
                <a:ext uri="{FF2B5EF4-FFF2-40B4-BE49-F238E27FC236}">
                  <a16:creationId xmlns:a16="http://schemas.microsoft.com/office/drawing/2014/main" id="{A236BEF1-1034-B050-B626-A455014E393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32;p221">
              <a:extLst>
                <a:ext uri="{FF2B5EF4-FFF2-40B4-BE49-F238E27FC236}">
                  <a16:creationId xmlns:a16="http://schemas.microsoft.com/office/drawing/2014/main" id="{8CF09F3E-A5CD-3CBB-BD51-63CFD8EF3F0C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33;p221">
              <a:extLst>
                <a:ext uri="{FF2B5EF4-FFF2-40B4-BE49-F238E27FC236}">
                  <a16:creationId xmlns:a16="http://schemas.microsoft.com/office/drawing/2014/main" id="{7D80A843-3EA7-E6D8-7CCB-25903D3B7EC7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34;p221">
              <a:extLst>
                <a:ext uri="{FF2B5EF4-FFF2-40B4-BE49-F238E27FC236}">
                  <a16:creationId xmlns:a16="http://schemas.microsoft.com/office/drawing/2014/main" id="{5850073C-4FD3-EE52-0007-1772A6D63353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5;p221">
              <a:extLst>
                <a:ext uri="{FF2B5EF4-FFF2-40B4-BE49-F238E27FC236}">
                  <a16:creationId xmlns:a16="http://schemas.microsoft.com/office/drawing/2014/main" id="{C2621CB7-BA39-F3A8-3094-6C6A058B01F1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6;p221">
              <a:extLst>
                <a:ext uri="{FF2B5EF4-FFF2-40B4-BE49-F238E27FC236}">
                  <a16:creationId xmlns:a16="http://schemas.microsoft.com/office/drawing/2014/main" id="{9311C9D3-822B-C6E5-E906-A83BD3747F2E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7;p221">
              <a:extLst>
                <a:ext uri="{FF2B5EF4-FFF2-40B4-BE49-F238E27FC236}">
                  <a16:creationId xmlns:a16="http://schemas.microsoft.com/office/drawing/2014/main" id="{7A698519-C9DB-1907-5A1C-9D193173102B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8;p221">
              <a:extLst>
                <a:ext uri="{FF2B5EF4-FFF2-40B4-BE49-F238E27FC236}">
                  <a16:creationId xmlns:a16="http://schemas.microsoft.com/office/drawing/2014/main" id="{D34B6954-EB67-F999-F665-E06AD05FF2CE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68BC2E1-A8B5-8425-7719-2FDA9F9FD561}"/>
              </a:ext>
            </a:extLst>
          </p:cNvPr>
          <p:cNvSpPr txBox="1"/>
          <p:nvPr/>
        </p:nvSpPr>
        <p:spPr>
          <a:xfrm>
            <a:off x="547630" y="513374"/>
            <a:ext cx="1109014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Implementation</a:t>
            </a:r>
            <a:endParaRPr lang="en-US" sz="4800" b="1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sp>
        <p:nvSpPr>
          <p:cNvPr id="17" name="Google Shape;2050;p228">
            <a:extLst>
              <a:ext uri="{FF2B5EF4-FFF2-40B4-BE49-F238E27FC236}">
                <a16:creationId xmlns:a16="http://schemas.microsoft.com/office/drawing/2014/main" id="{23256A91-0195-693D-23DB-3E19C2AB9878}"/>
              </a:ext>
            </a:extLst>
          </p:cNvPr>
          <p:cNvSpPr txBox="1">
            <a:spLocks/>
          </p:cNvSpPr>
          <p:nvPr/>
        </p:nvSpPr>
        <p:spPr>
          <a:xfrm>
            <a:off x="1646416" y="1557820"/>
            <a:ext cx="9454864" cy="461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>
              <a:lnSpc>
                <a:spcPct val="100000"/>
              </a:lnSpc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  <a:sym typeface="Avenir"/>
              </a:rPr>
              <a:t>Pulled code from repository for local build and testing.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>
              <a:lnSpc>
                <a:spcPct val="100000"/>
              </a:lnSpc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  <a:sym typeface="Avenir"/>
              </a:rPr>
              <a:t>Used Python for comprehensive endpoint testing with dummy data.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  <a:sym typeface="Avenir"/>
              </a:rPr>
              <a:t>Containerized applications using Docker, tested locally with Minikube.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>
              <a:lnSpc>
                <a:spcPct val="100000"/>
              </a:lnSpc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  <a:sym typeface="Avenir"/>
              </a:rPr>
              <a:t>Deployed and tested project on AWS EKS for scalability.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  <a:sym typeface="Avenir"/>
              </a:rPr>
              <a:t>Automated infrastructure provisioning with Terraform for consistency.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>
              <a:lnSpc>
                <a:spcPct val="100000"/>
              </a:lnSpc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  <a:sym typeface="Avenir"/>
              </a:rPr>
              <a:t>Deployed application to Amazon EKS using Jenkins and Docker images.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Built artifacts, pushed to Amazon ECR, and analyzed code quality with SonarQube using Jenkins.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>
              <a:lnSpc>
                <a:spcPct val="100000"/>
              </a:lnSpc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Utilized tech tools (Teams, Jira, Confluence) for agile development lifecycle along with team collaboration.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53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925;p221">
            <a:extLst>
              <a:ext uri="{FF2B5EF4-FFF2-40B4-BE49-F238E27FC236}">
                <a16:creationId xmlns:a16="http://schemas.microsoft.com/office/drawing/2014/main" id="{1CC8FA41-870C-FE7C-D0D7-1F9607E9793D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3" name="Google Shape;1926;p221">
              <a:extLst>
                <a:ext uri="{FF2B5EF4-FFF2-40B4-BE49-F238E27FC236}">
                  <a16:creationId xmlns:a16="http://schemas.microsoft.com/office/drawing/2014/main" id="{5F644AFA-AF27-98AB-D466-D03FDB3EDE36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927;p221">
              <a:extLst>
                <a:ext uri="{FF2B5EF4-FFF2-40B4-BE49-F238E27FC236}">
                  <a16:creationId xmlns:a16="http://schemas.microsoft.com/office/drawing/2014/main" id="{08A85A65-F62A-7D0E-D6DD-9FDE85261B8A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28;p221">
              <a:extLst>
                <a:ext uri="{FF2B5EF4-FFF2-40B4-BE49-F238E27FC236}">
                  <a16:creationId xmlns:a16="http://schemas.microsoft.com/office/drawing/2014/main" id="{51DBE62C-BD5C-E2D4-A881-2B20D3B0282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29;p221">
              <a:extLst>
                <a:ext uri="{FF2B5EF4-FFF2-40B4-BE49-F238E27FC236}">
                  <a16:creationId xmlns:a16="http://schemas.microsoft.com/office/drawing/2014/main" id="{D36F60F6-E590-4BC8-68AD-172262E15AFB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30;p221">
              <a:extLst>
                <a:ext uri="{FF2B5EF4-FFF2-40B4-BE49-F238E27FC236}">
                  <a16:creationId xmlns:a16="http://schemas.microsoft.com/office/drawing/2014/main" id="{1495F72D-3BE1-5DE3-8C1C-9475A3BAE01B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31;p221">
              <a:extLst>
                <a:ext uri="{FF2B5EF4-FFF2-40B4-BE49-F238E27FC236}">
                  <a16:creationId xmlns:a16="http://schemas.microsoft.com/office/drawing/2014/main" id="{A236BEF1-1034-B050-B626-A455014E393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32;p221">
              <a:extLst>
                <a:ext uri="{FF2B5EF4-FFF2-40B4-BE49-F238E27FC236}">
                  <a16:creationId xmlns:a16="http://schemas.microsoft.com/office/drawing/2014/main" id="{8CF09F3E-A5CD-3CBB-BD51-63CFD8EF3F0C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33;p221">
              <a:extLst>
                <a:ext uri="{FF2B5EF4-FFF2-40B4-BE49-F238E27FC236}">
                  <a16:creationId xmlns:a16="http://schemas.microsoft.com/office/drawing/2014/main" id="{7D80A843-3EA7-E6D8-7CCB-25903D3B7EC7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34;p221">
              <a:extLst>
                <a:ext uri="{FF2B5EF4-FFF2-40B4-BE49-F238E27FC236}">
                  <a16:creationId xmlns:a16="http://schemas.microsoft.com/office/drawing/2014/main" id="{5850073C-4FD3-EE52-0007-1772A6D63353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5;p221">
              <a:extLst>
                <a:ext uri="{FF2B5EF4-FFF2-40B4-BE49-F238E27FC236}">
                  <a16:creationId xmlns:a16="http://schemas.microsoft.com/office/drawing/2014/main" id="{C2621CB7-BA39-F3A8-3094-6C6A058B01F1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6;p221">
              <a:extLst>
                <a:ext uri="{FF2B5EF4-FFF2-40B4-BE49-F238E27FC236}">
                  <a16:creationId xmlns:a16="http://schemas.microsoft.com/office/drawing/2014/main" id="{9311C9D3-822B-C6E5-E906-A83BD3747F2E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7;p221">
              <a:extLst>
                <a:ext uri="{FF2B5EF4-FFF2-40B4-BE49-F238E27FC236}">
                  <a16:creationId xmlns:a16="http://schemas.microsoft.com/office/drawing/2014/main" id="{7A698519-C9DB-1907-5A1C-9D193173102B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8;p221">
              <a:extLst>
                <a:ext uri="{FF2B5EF4-FFF2-40B4-BE49-F238E27FC236}">
                  <a16:creationId xmlns:a16="http://schemas.microsoft.com/office/drawing/2014/main" id="{D34B6954-EB67-F999-F665-E06AD05FF2CE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68BC2E1-A8B5-8425-7719-2FDA9F9FD561}"/>
              </a:ext>
            </a:extLst>
          </p:cNvPr>
          <p:cNvSpPr txBox="1"/>
          <p:nvPr/>
        </p:nvSpPr>
        <p:spPr>
          <a:xfrm>
            <a:off x="547268" y="2734387"/>
            <a:ext cx="1109014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Live Demo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21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228"/>
          <p:cNvSpPr/>
          <p:nvPr/>
        </p:nvSpPr>
        <p:spPr>
          <a:xfrm rot="10800000">
            <a:off x="523012" y="0"/>
            <a:ext cx="5479650" cy="5786250"/>
          </a:xfrm>
          <a:prstGeom prst="flowChartManualInput">
            <a:avLst/>
          </a:prstGeom>
          <a:gradFill>
            <a:gsLst>
              <a:gs pos="0">
                <a:srgbClr val="3345DB"/>
              </a:gs>
              <a:gs pos="44000">
                <a:srgbClr val="5532C0"/>
              </a:gs>
              <a:gs pos="100000">
                <a:srgbClr val="7F52C5"/>
              </a:gs>
            </a:gsLst>
            <a:lin ang="0" scaled="1"/>
          </a:gradFill>
          <a:ln w="571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1925;p221">
            <a:extLst>
              <a:ext uri="{FF2B5EF4-FFF2-40B4-BE49-F238E27FC236}">
                <a16:creationId xmlns:a16="http://schemas.microsoft.com/office/drawing/2014/main" id="{1A5EAC5E-C2E1-4831-B4AA-8947CCEA4ABB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8" name="Google Shape;1926;p221">
              <a:extLst>
                <a:ext uri="{FF2B5EF4-FFF2-40B4-BE49-F238E27FC236}">
                  <a16:creationId xmlns:a16="http://schemas.microsoft.com/office/drawing/2014/main" id="{DB217CCB-E122-654D-2D19-74737B63AC2D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27;p221">
              <a:extLst>
                <a:ext uri="{FF2B5EF4-FFF2-40B4-BE49-F238E27FC236}">
                  <a16:creationId xmlns:a16="http://schemas.microsoft.com/office/drawing/2014/main" id="{9844BC84-6263-91DD-5A73-37A8A04DE5E5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28;p221">
              <a:extLst>
                <a:ext uri="{FF2B5EF4-FFF2-40B4-BE49-F238E27FC236}">
                  <a16:creationId xmlns:a16="http://schemas.microsoft.com/office/drawing/2014/main" id="{E2DB1C8C-09EF-519C-3C5B-A2C54EE4980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29;p221">
              <a:extLst>
                <a:ext uri="{FF2B5EF4-FFF2-40B4-BE49-F238E27FC236}">
                  <a16:creationId xmlns:a16="http://schemas.microsoft.com/office/drawing/2014/main" id="{D71975BB-5D43-9A1A-96D5-84658C22A213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0;p221">
              <a:extLst>
                <a:ext uri="{FF2B5EF4-FFF2-40B4-BE49-F238E27FC236}">
                  <a16:creationId xmlns:a16="http://schemas.microsoft.com/office/drawing/2014/main" id="{9F6E38F5-AE15-20E7-CF55-3D7A5E6AEE56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1;p221">
              <a:extLst>
                <a:ext uri="{FF2B5EF4-FFF2-40B4-BE49-F238E27FC236}">
                  <a16:creationId xmlns:a16="http://schemas.microsoft.com/office/drawing/2014/main" id="{9589B921-B81E-639D-84F4-3AD8527D22A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2;p221">
              <a:extLst>
                <a:ext uri="{FF2B5EF4-FFF2-40B4-BE49-F238E27FC236}">
                  <a16:creationId xmlns:a16="http://schemas.microsoft.com/office/drawing/2014/main" id="{85A8602E-039D-84E6-61FF-D88D0D6C5971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3;p221">
              <a:extLst>
                <a:ext uri="{FF2B5EF4-FFF2-40B4-BE49-F238E27FC236}">
                  <a16:creationId xmlns:a16="http://schemas.microsoft.com/office/drawing/2014/main" id="{1E064366-90A3-F381-5FB7-4D8E33B87F7A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34;p221">
              <a:extLst>
                <a:ext uri="{FF2B5EF4-FFF2-40B4-BE49-F238E27FC236}">
                  <a16:creationId xmlns:a16="http://schemas.microsoft.com/office/drawing/2014/main" id="{D08DA0FA-54D3-8C69-C638-77B48618F60E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35;p221">
              <a:extLst>
                <a:ext uri="{FF2B5EF4-FFF2-40B4-BE49-F238E27FC236}">
                  <a16:creationId xmlns:a16="http://schemas.microsoft.com/office/drawing/2014/main" id="{068A4DFB-971B-AB57-4FAB-B5F6E8B993A4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36;p221">
              <a:extLst>
                <a:ext uri="{FF2B5EF4-FFF2-40B4-BE49-F238E27FC236}">
                  <a16:creationId xmlns:a16="http://schemas.microsoft.com/office/drawing/2014/main" id="{A9C4A4FC-0AB9-FF72-890B-994DC73FD3A5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37;p221">
              <a:extLst>
                <a:ext uri="{FF2B5EF4-FFF2-40B4-BE49-F238E27FC236}">
                  <a16:creationId xmlns:a16="http://schemas.microsoft.com/office/drawing/2014/main" id="{658C9AEF-3493-5CBC-0090-6FDC8F205B70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38;p221">
              <a:extLst>
                <a:ext uri="{FF2B5EF4-FFF2-40B4-BE49-F238E27FC236}">
                  <a16:creationId xmlns:a16="http://schemas.microsoft.com/office/drawing/2014/main" id="{CACDEEC4-6917-FFA2-7A4F-EF4521ECC57F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49;p228">
            <a:extLst>
              <a:ext uri="{FF2B5EF4-FFF2-40B4-BE49-F238E27FC236}">
                <a16:creationId xmlns:a16="http://schemas.microsoft.com/office/drawing/2014/main" id="{D1B12E48-BCB5-355D-926C-DAC413E45725}"/>
              </a:ext>
            </a:extLst>
          </p:cNvPr>
          <p:cNvSpPr txBox="1">
            <a:spLocks/>
          </p:cNvSpPr>
          <p:nvPr/>
        </p:nvSpPr>
        <p:spPr>
          <a:xfrm>
            <a:off x="870636" y="2045813"/>
            <a:ext cx="4784400" cy="10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-US" sz="3600">
                <a:solidFill>
                  <a:srgbClr val="F0F2FC"/>
                </a:solidFill>
                <a:latin typeface="Verdana"/>
                <a:ea typeface="Verdana"/>
                <a:cs typeface="Poppins"/>
              </a:rPr>
              <a:t>Mehedi Waheed </a:t>
            </a:r>
            <a:endParaRPr lang="en-US"/>
          </a:p>
          <a:p>
            <a:pPr algn="ctr"/>
            <a:r>
              <a:rPr lang="en-US" sz="3600">
                <a:solidFill>
                  <a:srgbClr val="F0F2FC"/>
                </a:solidFill>
                <a:latin typeface="Verdana"/>
                <a:ea typeface="Verdana"/>
                <a:cs typeface="Poppins"/>
              </a:rPr>
              <a:t>Meem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81235-C82B-84BF-9C34-047EC7EB7825}"/>
              </a:ext>
            </a:extLst>
          </p:cNvPr>
          <p:cNvSpPr txBox="1"/>
          <p:nvPr/>
        </p:nvSpPr>
        <p:spPr>
          <a:xfrm>
            <a:off x="6930639" y="461122"/>
            <a:ext cx="4798372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Use Case</a:t>
            </a:r>
            <a:endParaRPr lang="en-US"/>
          </a:p>
        </p:txBody>
      </p:sp>
      <p:sp>
        <p:nvSpPr>
          <p:cNvPr id="4" name="Google Shape;2050;p228">
            <a:extLst>
              <a:ext uri="{FF2B5EF4-FFF2-40B4-BE49-F238E27FC236}">
                <a16:creationId xmlns:a16="http://schemas.microsoft.com/office/drawing/2014/main" id="{58F8013E-525A-D7F0-C4D1-B70E52B83371}"/>
              </a:ext>
            </a:extLst>
          </p:cNvPr>
          <p:cNvSpPr txBox="1">
            <a:spLocks/>
          </p:cNvSpPr>
          <p:nvPr/>
        </p:nvSpPr>
        <p:spPr>
          <a:xfrm>
            <a:off x="6932514" y="962132"/>
            <a:ext cx="4040100" cy="6001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Deploy a working banking application onto AWS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Setup database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Setup application executable files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Automate Data Generation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Containerize application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Automate Infrastructure to provision AWS EKS resources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Automate deployment of containers and services on AWS EKS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292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228"/>
          <p:cNvSpPr/>
          <p:nvPr/>
        </p:nvSpPr>
        <p:spPr>
          <a:xfrm rot="10800000">
            <a:off x="523012" y="0"/>
            <a:ext cx="5479650" cy="5786250"/>
          </a:xfrm>
          <a:prstGeom prst="flowChartManualInput">
            <a:avLst/>
          </a:prstGeom>
          <a:gradFill>
            <a:gsLst>
              <a:gs pos="0">
                <a:srgbClr val="3345DB"/>
              </a:gs>
              <a:gs pos="44000">
                <a:srgbClr val="5532C0"/>
              </a:gs>
              <a:gs pos="100000">
                <a:srgbClr val="7F52C5"/>
              </a:gs>
            </a:gsLst>
            <a:lin ang="0" scaled="1"/>
          </a:gradFill>
          <a:ln w="571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1925;p221">
            <a:extLst>
              <a:ext uri="{FF2B5EF4-FFF2-40B4-BE49-F238E27FC236}">
                <a16:creationId xmlns:a16="http://schemas.microsoft.com/office/drawing/2014/main" id="{1A5EAC5E-C2E1-4831-B4AA-8947CCEA4ABB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8" name="Google Shape;1926;p221">
              <a:extLst>
                <a:ext uri="{FF2B5EF4-FFF2-40B4-BE49-F238E27FC236}">
                  <a16:creationId xmlns:a16="http://schemas.microsoft.com/office/drawing/2014/main" id="{DB217CCB-E122-654D-2D19-74737B63AC2D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27;p221">
              <a:extLst>
                <a:ext uri="{FF2B5EF4-FFF2-40B4-BE49-F238E27FC236}">
                  <a16:creationId xmlns:a16="http://schemas.microsoft.com/office/drawing/2014/main" id="{9844BC84-6263-91DD-5A73-37A8A04DE5E5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28;p221">
              <a:extLst>
                <a:ext uri="{FF2B5EF4-FFF2-40B4-BE49-F238E27FC236}">
                  <a16:creationId xmlns:a16="http://schemas.microsoft.com/office/drawing/2014/main" id="{E2DB1C8C-09EF-519C-3C5B-A2C54EE4980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29;p221">
              <a:extLst>
                <a:ext uri="{FF2B5EF4-FFF2-40B4-BE49-F238E27FC236}">
                  <a16:creationId xmlns:a16="http://schemas.microsoft.com/office/drawing/2014/main" id="{D71975BB-5D43-9A1A-96D5-84658C22A213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0;p221">
              <a:extLst>
                <a:ext uri="{FF2B5EF4-FFF2-40B4-BE49-F238E27FC236}">
                  <a16:creationId xmlns:a16="http://schemas.microsoft.com/office/drawing/2014/main" id="{9F6E38F5-AE15-20E7-CF55-3D7A5E6AEE56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1;p221">
              <a:extLst>
                <a:ext uri="{FF2B5EF4-FFF2-40B4-BE49-F238E27FC236}">
                  <a16:creationId xmlns:a16="http://schemas.microsoft.com/office/drawing/2014/main" id="{9589B921-B81E-639D-84F4-3AD8527D22A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2;p221">
              <a:extLst>
                <a:ext uri="{FF2B5EF4-FFF2-40B4-BE49-F238E27FC236}">
                  <a16:creationId xmlns:a16="http://schemas.microsoft.com/office/drawing/2014/main" id="{85A8602E-039D-84E6-61FF-D88D0D6C5971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3;p221">
              <a:extLst>
                <a:ext uri="{FF2B5EF4-FFF2-40B4-BE49-F238E27FC236}">
                  <a16:creationId xmlns:a16="http://schemas.microsoft.com/office/drawing/2014/main" id="{1E064366-90A3-F381-5FB7-4D8E33B87F7A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34;p221">
              <a:extLst>
                <a:ext uri="{FF2B5EF4-FFF2-40B4-BE49-F238E27FC236}">
                  <a16:creationId xmlns:a16="http://schemas.microsoft.com/office/drawing/2014/main" id="{D08DA0FA-54D3-8C69-C638-77B48618F60E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35;p221">
              <a:extLst>
                <a:ext uri="{FF2B5EF4-FFF2-40B4-BE49-F238E27FC236}">
                  <a16:creationId xmlns:a16="http://schemas.microsoft.com/office/drawing/2014/main" id="{068A4DFB-971B-AB57-4FAB-B5F6E8B993A4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36;p221">
              <a:extLst>
                <a:ext uri="{FF2B5EF4-FFF2-40B4-BE49-F238E27FC236}">
                  <a16:creationId xmlns:a16="http://schemas.microsoft.com/office/drawing/2014/main" id="{A9C4A4FC-0AB9-FF72-890B-994DC73FD3A5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37;p221">
              <a:extLst>
                <a:ext uri="{FF2B5EF4-FFF2-40B4-BE49-F238E27FC236}">
                  <a16:creationId xmlns:a16="http://schemas.microsoft.com/office/drawing/2014/main" id="{658C9AEF-3493-5CBC-0090-6FDC8F205B70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38;p221">
              <a:extLst>
                <a:ext uri="{FF2B5EF4-FFF2-40B4-BE49-F238E27FC236}">
                  <a16:creationId xmlns:a16="http://schemas.microsoft.com/office/drawing/2014/main" id="{CACDEEC4-6917-FFA2-7A4F-EF4521ECC57F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49;p228">
            <a:extLst>
              <a:ext uri="{FF2B5EF4-FFF2-40B4-BE49-F238E27FC236}">
                <a16:creationId xmlns:a16="http://schemas.microsoft.com/office/drawing/2014/main" id="{D1B12E48-BCB5-355D-926C-DAC413E45725}"/>
              </a:ext>
            </a:extLst>
          </p:cNvPr>
          <p:cNvSpPr txBox="1">
            <a:spLocks/>
          </p:cNvSpPr>
          <p:nvPr/>
        </p:nvSpPr>
        <p:spPr>
          <a:xfrm>
            <a:off x="870636" y="2045813"/>
            <a:ext cx="4784400" cy="10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-US" sz="3600">
                <a:solidFill>
                  <a:srgbClr val="F0F2FC"/>
                </a:solidFill>
                <a:latin typeface="Verdana"/>
                <a:ea typeface="Verdana"/>
                <a:cs typeface="Poppins"/>
                <a:sym typeface="Poppins"/>
              </a:rPr>
              <a:t>Mehedi Waheed </a:t>
            </a:r>
            <a:endParaRPr lang="en-US">
              <a:sym typeface="Poppins"/>
            </a:endParaRPr>
          </a:p>
          <a:p>
            <a:pPr algn="ctr"/>
            <a:r>
              <a:rPr lang="en-US" sz="3600">
                <a:solidFill>
                  <a:srgbClr val="F0F2FC"/>
                </a:solidFill>
                <a:latin typeface="Verdana"/>
                <a:ea typeface="Verdana"/>
                <a:cs typeface="Poppins"/>
                <a:sym typeface="Poppins"/>
              </a:rPr>
              <a:t>Meem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81235-C82B-84BF-9C34-047EC7EB7825}"/>
              </a:ext>
            </a:extLst>
          </p:cNvPr>
          <p:cNvSpPr txBox="1"/>
          <p:nvPr/>
        </p:nvSpPr>
        <p:spPr>
          <a:xfrm>
            <a:off x="6930639" y="461122"/>
            <a:ext cx="4798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Responsibilities</a:t>
            </a:r>
            <a:endParaRPr lang="en-US" sz="1100" b="1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Google Shape;2050;p228">
            <a:extLst>
              <a:ext uri="{FF2B5EF4-FFF2-40B4-BE49-F238E27FC236}">
                <a16:creationId xmlns:a16="http://schemas.microsoft.com/office/drawing/2014/main" id="{58F8013E-525A-D7F0-C4D1-B70E52B83371}"/>
              </a:ext>
            </a:extLst>
          </p:cNvPr>
          <p:cNvSpPr txBox="1">
            <a:spLocks/>
          </p:cNvSpPr>
          <p:nvPr/>
        </p:nvSpPr>
        <p:spPr>
          <a:xfrm>
            <a:off x="7312308" y="1230067"/>
            <a:ext cx="4040100" cy="4893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Setup application executable jar and build files using appropriate env variables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venir"/>
              <a:cs typeface="Arial"/>
              <a:sym typeface="Avenir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Setup Database using MySQL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Automate data generation using Python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  <a:sym typeface="Avenir"/>
              </a:rPr>
              <a:t>Containerize Application components such as microservices, gateway and front-end using Docker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Avenir"/>
              <a:cs typeface="Arial" panose="020B0604020202020204" pitchFamily="34" charset="0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  <a:sym typeface="Avenir"/>
              </a:rPr>
              <a:t>Orchestrate Containers using Kubernetes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Avenir"/>
              <a:cs typeface="Arial" panose="020B0604020202020204" pitchFamily="34" charset="0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Provision AWS EKS resources using Terraform to launch infrastructure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Implement 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Sonarkube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 on Jenkins to evaluate code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Automate 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deployment of containers and services on AWS EKS using Jenkins to have a working app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Avenir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96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925;p221">
            <a:extLst>
              <a:ext uri="{FF2B5EF4-FFF2-40B4-BE49-F238E27FC236}">
                <a16:creationId xmlns:a16="http://schemas.microsoft.com/office/drawing/2014/main" id="{1CC8FA41-870C-FE7C-D0D7-1F9607E9793D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3" name="Google Shape;1926;p221">
              <a:extLst>
                <a:ext uri="{FF2B5EF4-FFF2-40B4-BE49-F238E27FC236}">
                  <a16:creationId xmlns:a16="http://schemas.microsoft.com/office/drawing/2014/main" id="{5F644AFA-AF27-98AB-D466-D03FDB3EDE36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927;p221">
              <a:extLst>
                <a:ext uri="{FF2B5EF4-FFF2-40B4-BE49-F238E27FC236}">
                  <a16:creationId xmlns:a16="http://schemas.microsoft.com/office/drawing/2014/main" id="{08A85A65-F62A-7D0E-D6DD-9FDE85261B8A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28;p221">
              <a:extLst>
                <a:ext uri="{FF2B5EF4-FFF2-40B4-BE49-F238E27FC236}">
                  <a16:creationId xmlns:a16="http://schemas.microsoft.com/office/drawing/2014/main" id="{51DBE62C-BD5C-E2D4-A881-2B20D3B0282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29;p221">
              <a:extLst>
                <a:ext uri="{FF2B5EF4-FFF2-40B4-BE49-F238E27FC236}">
                  <a16:creationId xmlns:a16="http://schemas.microsoft.com/office/drawing/2014/main" id="{D36F60F6-E590-4BC8-68AD-172262E15AFB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30;p221">
              <a:extLst>
                <a:ext uri="{FF2B5EF4-FFF2-40B4-BE49-F238E27FC236}">
                  <a16:creationId xmlns:a16="http://schemas.microsoft.com/office/drawing/2014/main" id="{1495F72D-3BE1-5DE3-8C1C-9475A3BAE01B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31;p221">
              <a:extLst>
                <a:ext uri="{FF2B5EF4-FFF2-40B4-BE49-F238E27FC236}">
                  <a16:creationId xmlns:a16="http://schemas.microsoft.com/office/drawing/2014/main" id="{A236BEF1-1034-B050-B626-A455014E393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32;p221">
              <a:extLst>
                <a:ext uri="{FF2B5EF4-FFF2-40B4-BE49-F238E27FC236}">
                  <a16:creationId xmlns:a16="http://schemas.microsoft.com/office/drawing/2014/main" id="{8CF09F3E-A5CD-3CBB-BD51-63CFD8EF3F0C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33;p221">
              <a:extLst>
                <a:ext uri="{FF2B5EF4-FFF2-40B4-BE49-F238E27FC236}">
                  <a16:creationId xmlns:a16="http://schemas.microsoft.com/office/drawing/2014/main" id="{7D80A843-3EA7-E6D8-7CCB-25903D3B7EC7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34;p221">
              <a:extLst>
                <a:ext uri="{FF2B5EF4-FFF2-40B4-BE49-F238E27FC236}">
                  <a16:creationId xmlns:a16="http://schemas.microsoft.com/office/drawing/2014/main" id="{5850073C-4FD3-EE52-0007-1772A6D63353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5;p221">
              <a:extLst>
                <a:ext uri="{FF2B5EF4-FFF2-40B4-BE49-F238E27FC236}">
                  <a16:creationId xmlns:a16="http://schemas.microsoft.com/office/drawing/2014/main" id="{C2621CB7-BA39-F3A8-3094-6C6A058B01F1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6;p221">
              <a:extLst>
                <a:ext uri="{FF2B5EF4-FFF2-40B4-BE49-F238E27FC236}">
                  <a16:creationId xmlns:a16="http://schemas.microsoft.com/office/drawing/2014/main" id="{9311C9D3-822B-C6E5-E906-A83BD3747F2E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7;p221">
              <a:extLst>
                <a:ext uri="{FF2B5EF4-FFF2-40B4-BE49-F238E27FC236}">
                  <a16:creationId xmlns:a16="http://schemas.microsoft.com/office/drawing/2014/main" id="{7A698519-C9DB-1907-5A1C-9D193173102B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8;p221">
              <a:extLst>
                <a:ext uri="{FF2B5EF4-FFF2-40B4-BE49-F238E27FC236}">
                  <a16:creationId xmlns:a16="http://schemas.microsoft.com/office/drawing/2014/main" id="{D34B6954-EB67-F999-F665-E06AD05FF2CE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68BC2E1-A8B5-8425-7719-2FDA9F9FD561}"/>
              </a:ext>
            </a:extLst>
          </p:cNvPr>
          <p:cNvSpPr txBox="1"/>
          <p:nvPr/>
        </p:nvSpPr>
        <p:spPr>
          <a:xfrm>
            <a:off x="576205" y="313349"/>
            <a:ext cx="1109014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Implementation</a:t>
            </a:r>
            <a:endParaRPr lang="en-US" sz="4800" b="1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sp>
        <p:nvSpPr>
          <p:cNvPr id="17" name="Google Shape;2050;p228">
            <a:extLst>
              <a:ext uri="{FF2B5EF4-FFF2-40B4-BE49-F238E27FC236}">
                <a16:creationId xmlns:a16="http://schemas.microsoft.com/office/drawing/2014/main" id="{23256A91-0195-693D-23DB-3E19C2AB9878}"/>
              </a:ext>
            </a:extLst>
          </p:cNvPr>
          <p:cNvSpPr txBox="1">
            <a:spLocks/>
          </p:cNvSpPr>
          <p:nvPr/>
        </p:nvSpPr>
        <p:spPr>
          <a:xfrm>
            <a:off x="1674318" y="1146610"/>
            <a:ext cx="9128293" cy="620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Retrieved application code from Gitlab repository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Avenir"/>
              <a:cs typeface="Arial" panose="020B0604020202020204" pitchFamily="34" charset="0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Setup a MySQL database for application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Setup application executable jar files for microservices and gateway and build files for front-end components using appropriate environmental variables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Automated data generation for application using Python to interact with application endpoints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Containerized application using Docker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Conducted local tests using a </a:t>
            </a:r>
            <a:r>
              <a:rPr lang="en-US" sz="14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Minikube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 cluster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Orchestrated container deployments and services using Kubernetes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Deployed project with AWS using RDS, VPCs, EKS and ECS through the AWS console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Provisioned the same resources using Terraform to launch infrastructure as code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Using Jenkins, automated code evaluation using </a:t>
            </a:r>
            <a:r>
              <a:rPr lang="en-US" sz="140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Sonarkube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 (in progress), deployment of containers and services, updating docker files based on services and rebuilding images, pushing images to ECR and redeployment of containers based on new ECR images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venir"/>
                <a:cs typeface="Arial"/>
              </a:rPr>
              <a:t>Followed the Agile SCRUM framework to achieve project goals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Planned and executed Sprints to deliver potentially shippable increments of the product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Used Microsoft Teams for daily standups to update the group on individual progress, blockers, and plans moving forward for the day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Utilized Jira to prioritize and track user stories, tasks and bugs and facilitate team communication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Used confluence to maintain project documentation such as discussing blockers and fixes, track meeting action items, and sprint retrospectives across the team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8001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532C0"/>
              </a:buClr>
              <a:buFont typeface="Arial" panose="020B0604020202020204" pitchFamily="34" charset="0"/>
              <a:buChar char="►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veni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5569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925;p221">
            <a:extLst>
              <a:ext uri="{FF2B5EF4-FFF2-40B4-BE49-F238E27FC236}">
                <a16:creationId xmlns:a16="http://schemas.microsoft.com/office/drawing/2014/main" id="{1CC8FA41-870C-FE7C-D0D7-1F9607E9793D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3" name="Google Shape;1926;p221">
              <a:extLst>
                <a:ext uri="{FF2B5EF4-FFF2-40B4-BE49-F238E27FC236}">
                  <a16:creationId xmlns:a16="http://schemas.microsoft.com/office/drawing/2014/main" id="{5F644AFA-AF27-98AB-D466-D03FDB3EDE36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927;p221">
              <a:extLst>
                <a:ext uri="{FF2B5EF4-FFF2-40B4-BE49-F238E27FC236}">
                  <a16:creationId xmlns:a16="http://schemas.microsoft.com/office/drawing/2014/main" id="{08A85A65-F62A-7D0E-D6DD-9FDE85261B8A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28;p221">
              <a:extLst>
                <a:ext uri="{FF2B5EF4-FFF2-40B4-BE49-F238E27FC236}">
                  <a16:creationId xmlns:a16="http://schemas.microsoft.com/office/drawing/2014/main" id="{51DBE62C-BD5C-E2D4-A881-2B20D3B0282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29;p221">
              <a:extLst>
                <a:ext uri="{FF2B5EF4-FFF2-40B4-BE49-F238E27FC236}">
                  <a16:creationId xmlns:a16="http://schemas.microsoft.com/office/drawing/2014/main" id="{D36F60F6-E590-4BC8-68AD-172262E15AFB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30;p221">
              <a:extLst>
                <a:ext uri="{FF2B5EF4-FFF2-40B4-BE49-F238E27FC236}">
                  <a16:creationId xmlns:a16="http://schemas.microsoft.com/office/drawing/2014/main" id="{1495F72D-3BE1-5DE3-8C1C-9475A3BAE01B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31;p221">
              <a:extLst>
                <a:ext uri="{FF2B5EF4-FFF2-40B4-BE49-F238E27FC236}">
                  <a16:creationId xmlns:a16="http://schemas.microsoft.com/office/drawing/2014/main" id="{A236BEF1-1034-B050-B626-A455014E393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32;p221">
              <a:extLst>
                <a:ext uri="{FF2B5EF4-FFF2-40B4-BE49-F238E27FC236}">
                  <a16:creationId xmlns:a16="http://schemas.microsoft.com/office/drawing/2014/main" id="{8CF09F3E-A5CD-3CBB-BD51-63CFD8EF3F0C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33;p221">
              <a:extLst>
                <a:ext uri="{FF2B5EF4-FFF2-40B4-BE49-F238E27FC236}">
                  <a16:creationId xmlns:a16="http://schemas.microsoft.com/office/drawing/2014/main" id="{7D80A843-3EA7-E6D8-7CCB-25903D3B7EC7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34;p221">
              <a:extLst>
                <a:ext uri="{FF2B5EF4-FFF2-40B4-BE49-F238E27FC236}">
                  <a16:creationId xmlns:a16="http://schemas.microsoft.com/office/drawing/2014/main" id="{5850073C-4FD3-EE52-0007-1772A6D63353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5;p221">
              <a:extLst>
                <a:ext uri="{FF2B5EF4-FFF2-40B4-BE49-F238E27FC236}">
                  <a16:creationId xmlns:a16="http://schemas.microsoft.com/office/drawing/2014/main" id="{C2621CB7-BA39-F3A8-3094-6C6A058B01F1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6;p221">
              <a:extLst>
                <a:ext uri="{FF2B5EF4-FFF2-40B4-BE49-F238E27FC236}">
                  <a16:creationId xmlns:a16="http://schemas.microsoft.com/office/drawing/2014/main" id="{9311C9D3-822B-C6E5-E906-A83BD3747F2E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7;p221">
              <a:extLst>
                <a:ext uri="{FF2B5EF4-FFF2-40B4-BE49-F238E27FC236}">
                  <a16:creationId xmlns:a16="http://schemas.microsoft.com/office/drawing/2014/main" id="{7A698519-C9DB-1907-5A1C-9D193173102B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8;p221">
              <a:extLst>
                <a:ext uri="{FF2B5EF4-FFF2-40B4-BE49-F238E27FC236}">
                  <a16:creationId xmlns:a16="http://schemas.microsoft.com/office/drawing/2014/main" id="{D34B6954-EB67-F999-F665-E06AD05FF2CE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68BC2E1-A8B5-8425-7719-2FDA9F9FD561}"/>
              </a:ext>
            </a:extLst>
          </p:cNvPr>
          <p:cNvSpPr txBox="1"/>
          <p:nvPr/>
        </p:nvSpPr>
        <p:spPr>
          <a:xfrm>
            <a:off x="547268" y="2734387"/>
            <a:ext cx="1109014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ea typeface="Verdana"/>
                <a:cs typeface="Poppins"/>
                <a:sym typeface="Poppins"/>
              </a:rPr>
              <a:t>Live Demo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17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228"/>
          <p:cNvSpPr/>
          <p:nvPr/>
        </p:nvSpPr>
        <p:spPr>
          <a:xfrm rot="10800000">
            <a:off x="523012" y="0"/>
            <a:ext cx="5479650" cy="5786250"/>
          </a:xfrm>
          <a:prstGeom prst="flowChartManualInput">
            <a:avLst/>
          </a:prstGeom>
          <a:gradFill>
            <a:gsLst>
              <a:gs pos="0">
                <a:srgbClr val="3345DB"/>
              </a:gs>
              <a:gs pos="42000">
                <a:srgbClr val="5532C0"/>
              </a:gs>
              <a:gs pos="100000">
                <a:srgbClr val="7F52C5"/>
              </a:gs>
            </a:gsLst>
            <a:lin ang="0" scaled="1"/>
          </a:gradFill>
          <a:ln w="571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1925;p221">
            <a:extLst>
              <a:ext uri="{FF2B5EF4-FFF2-40B4-BE49-F238E27FC236}">
                <a16:creationId xmlns:a16="http://schemas.microsoft.com/office/drawing/2014/main" id="{1A5EAC5E-C2E1-4831-B4AA-8947CCEA4ABB}"/>
              </a:ext>
            </a:extLst>
          </p:cNvPr>
          <p:cNvGrpSpPr/>
          <p:nvPr/>
        </p:nvGrpSpPr>
        <p:grpSpPr>
          <a:xfrm>
            <a:off x="9590232" y="6431114"/>
            <a:ext cx="2405991" cy="332403"/>
            <a:chOff x="238125" y="2329100"/>
            <a:chExt cx="7095225" cy="980250"/>
          </a:xfrm>
        </p:grpSpPr>
        <p:sp>
          <p:nvSpPr>
            <p:cNvPr id="8" name="Google Shape;1926;p221">
              <a:extLst>
                <a:ext uri="{FF2B5EF4-FFF2-40B4-BE49-F238E27FC236}">
                  <a16:creationId xmlns:a16="http://schemas.microsoft.com/office/drawing/2014/main" id="{DB217CCB-E122-654D-2D19-74737B63AC2D}"/>
                </a:ext>
              </a:extLst>
            </p:cNvPr>
            <p:cNvSpPr/>
            <p:nvPr/>
          </p:nvSpPr>
          <p:spPr>
            <a:xfrm>
              <a:off x="1845725" y="2575550"/>
              <a:ext cx="362275" cy="517225"/>
            </a:xfrm>
            <a:custGeom>
              <a:avLst/>
              <a:gdLst/>
              <a:ahLst/>
              <a:cxnLst/>
              <a:rect l="l" t="t" r="r" b="b"/>
              <a:pathLst>
                <a:path w="14491" h="20689" extrusionOk="0">
                  <a:moveTo>
                    <a:pt x="7619" y="0"/>
                  </a:moveTo>
                  <a:cubicBezTo>
                    <a:pt x="5154" y="0"/>
                    <a:pt x="3362" y="523"/>
                    <a:pt x="2017" y="1420"/>
                  </a:cubicBezTo>
                  <a:cubicBezTo>
                    <a:pt x="598" y="2390"/>
                    <a:pt x="1" y="3735"/>
                    <a:pt x="1" y="5453"/>
                  </a:cubicBezTo>
                  <a:cubicBezTo>
                    <a:pt x="1" y="6872"/>
                    <a:pt x="449" y="7992"/>
                    <a:pt x="1196" y="8888"/>
                  </a:cubicBezTo>
                  <a:cubicBezTo>
                    <a:pt x="2017" y="9784"/>
                    <a:pt x="3586" y="10681"/>
                    <a:pt x="5826" y="11577"/>
                  </a:cubicBezTo>
                  <a:cubicBezTo>
                    <a:pt x="7021" y="12025"/>
                    <a:pt x="7918" y="12473"/>
                    <a:pt x="8590" y="12846"/>
                  </a:cubicBezTo>
                  <a:cubicBezTo>
                    <a:pt x="9187" y="13220"/>
                    <a:pt x="9710" y="13519"/>
                    <a:pt x="10009" y="13892"/>
                  </a:cubicBezTo>
                  <a:cubicBezTo>
                    <a:pt x="10308" y="14191"/>
                    <a:pt x="10457" y="14564"/>
                    <a:pt x="10457" y="15087"/>
                  </a:cubicBezTo>
                  <a:cubicBezTo>
                    <a:pt x="10457" y="16730"/>
                    <a:pt x="9187" y="17477"/>
                    <a:pt x="6573" y="17477"/>
                  </a:cubicBezTo>
                  <a:cubicBezTo>
                    <a:pt x="4557" y="17477"/>
                    <a:pt x="2391" y="16879"/>
                    <a:pt x="76" y="15834"/>
                  </a:cubicBezTo>
                  <a:lnTo>
                    <a:pt x="76" y="19493"/>
                  </a:lnTo>
                  <a:cubicBezTo>
                    <a:pt x="1569" y="20315"/>
                    <a:pt x="3735" y="20688"/>
                    <a:pt x="6349" y="20688"/>
                  </a:cubicBezTo>
                  <a:cubicBezTo>
                    <a:pt x="8963" y="20688"/>
                    <a:pt x="10980" y="20166"/>
                    <a:pt x="12399" y="19120"/>
                  </a:cubicBezTo>
                  <a:cubicBezTo>
                    <a:pt x="13743" y="18074"/>
                    <a:pt x="14490" y="16655"/>
                    <a:pt x="14490" y="14639"/>
                  </a:cubicBezTo>
                  <a:cubicBezTo>
                    <a:pt x="14490" y="13668"/>
                    <a:pt x="14341" y="12846"/>
                    <a:pt x="13893" y="12174"/>
                  </a:cubicBezTo>
                  <a:cubicBezTo>
                    <a:pt x="13594" y="11427"/>
                    <a:pt x="12996" y="10830"/>
                    <a:pt x="12250" y="10307"/>
                  </a:cubicBezTo>
                  <a:cubicBezTo>
                    <a:pt x="11503" y="9784"/>
                    <a:pt x="10308" y="9187"/>
                    <a:pt x="8665" y="8589"/>
                  </a:cubicBezTo>
                  <a:cubicBezTo>
                    <a:pt x="6723" y="7842"/>
                    <a:pt x="5528" y="7245"/>
                    <a:pt x="4930" y="6797"/>
                  </a:cubicBezTo>
                  <a:cubicBezTo>
                    <a:pt x="4333" y="6423"/>
                    <a:pt x="4109" y="5901"/>
                    <a:pt x="4109" y="5228"/>
                  </a:cubicBezTo>
                  <a:cubicBezTo>
                    <a:pt x="4109" y="3959"/>
                    <a:pt x="5154" y="3287"/>
                    <a:pt x="7395" y="3287"/>
                  </a:cubicBezTo>
                  <a:cubicBezTo>
                    <a:pt x="8889" y="3287"/>
                    <a:pt x="10681" y="3735"/>
                    <a:pt x="12772" y="4631"/>
                  </a:cubicBezTo>
                  <a:lnTo>
                    <a:pt x="14191" y="1420"/>
                  </a:lnTo>
                  <a:cubicBezTo>
                    <a:pt x="12100" y="449"/>
                    <a:pt x="9934" y="0"/>
                    <a:pt x="7619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27;p221">
              <a:extLst>
                <a:ext uri="{FF2B5EF4-FFF2-40B4-BE49-F238E27FC236}">
                  <a16:creationId xmlns:a16="http://schemas.microsoft.com/office/drawing/2014/main" id="{9844BC84-6263-91DD-5A73-37A8A04DE5E5}"/>
                </a:ext>
              </a:extLst>
            </p:cNvPr>
            <p:cNvSpPr/>
            <p:nvPr/>
          </p:nvSpPr>
          <p:spPr>
            <a:xfrm>
              <a:off x="2320000" y="2575550"/>
              <a:ext cx="728200" cy="507875"/>
            </a:xfrm>
            <a:custGeom>
              <a:avLst/>
              <a:gdLst/>
              <a:ahLst/>
              <a:cxnLst/>
              <a:rect l="l" t="t" r="r" b="b"/>
              <a:pathLst>
                <a:path w="29128" h="20315" extrusionOk="0">
                  <a:moveTo>
                    <a:pt x="9934" y="0"/>
                  </a:moveTo>
                  <a:cubicBezTo>
                    <a:pt x="8739" y="0"/>
                    <a:pt x="7544" y="225"/>
                    <a:pt x="6498" y="747"/>
                  </a:cubicBezTo>
                  <a:cubicBezTo>
                    <a:pt x="5452" y="1270"/>
                    <a:pt x="4631" y="2092"/>
                    <a:pt x="4108" y="2988"/>
                  </a:cubicBezTo>
                  <a:lnTo>
                    <a:pt x="3884" y="2988"/>
                  </a:lnTo>
                  <a:lnTo>
                    <a:pt x="3361" y="374"/>
                  </a:lnTo>
                  <a:lnTo>
                    <a:pt x="0" y="374"/>
                  </a:lnTo>
                  <a:lnTo>
                    <a:pt x="0" y="20315"/>
                  </a:lnTo>
                  <a:lnTo>
                    <a:pt x="4257" y="20315"/>
                  </a:lnTo>
                  <a:lnTo>
                    <a:pt x="4257" y="10382"/>
                  </a:lnTo>
                  <a:cubicBezTo>
                    <a:pt x="4257" y="7917"/>
                    <a:pt x="4556" y="6125"/>
                    <a:pt x="5378" y="5079"/>
                  </a:cubicBezTo>
                  <a:cubicBezTo>
                    <a:pt x="6125" y="4034"/>
                    <a:pt x="7320" y="3511"/>
                    <a:pt x="8888" y="3511"/>
                  </a:cubicBezTo>
                  <a:cubicBezTo>
                    <a:pt x="10083" y="3511"/>
                    <a:pt x="10979" y="3884"/>
                    <a:pt x="11577" y="4631"/>
                  </a:cubicBezTo>
                  <a:cubicBezTo>
                    <a:pt x="12174" y="5378"/>
                    <a:pt x="12398" y="6498"/>
                    <a:pt x="12398" y="8067"/>
                  </a:cubicBezTo>
                  <a:lnTo>
                    <a:pt x="12398" y="20315"/>
                  </a:lnTo>
                  <a:lnTo>
                    <a:pt x="16730" y="20315"/>
                  </a:lnTo>
                  <a:lnTo>
                    <a:pt x="16730" y="9784"/>
                  </a:lnTo>
                  <a:cubicBezTo>
                    <a:pt x="16730" y="7618"/>
                    <a:pt x="17029" y="6050"/>
                    <a:pt x="17850" y="5004"/>
                  </a:cubicBezTo>
                  <a:cubicBezTo>
                    <a:pt x="18597" y="4034"/>
                    <a:pt x="19792" y="3511"/>
                    <a:pt x="21435" y="3511"/>
                  </a:cubicBezTo>
                  <a:cubicBezTo>
                    <a:pt x="22556" y="3511"/>
                    <a:pt x="23526" y="3884"/>
                    <a:pt x="24049" y="4631"/>
                  </a:cubicBezTo>
                  <a:cubicBezTo>
                    <a:pt x="24647" y="5378"/>
                    <a:pt x="24946" y="6498"/>
                    <a:pt x="24946" y="8067"/>
                  </a:cubicBezTo>
                  <a:lnTo>
                    <a:pt x="24946" y="20315"/>
                  </a:lnTo>
                  <a:lnTo>
                    <a:pt x="29128" y="20315"/>
                  </a:lnTo>
                  <a:lnTo>
                    <a:pt x="29128" y="7245"/>
                  </a:lnTo>
                  <a:cubicBezTo>
                    <a:pt x="29128" y="4780"/>
                    <a:pt x="28605" y="2913"/>
                    <a:pt x="27560" y="1718"/>
                  </a:cubicBezTo>
                  <a:cubicBezTo>
                    <a:pt x="26514" y="598"/>
                    <a:pt x="24721" y="0"/>
                    <a:pt x="22406" y="0"/>
                  </a:cubicBezTo>
                  <a:cubicBezTo>
                    <a:pt x="20987" y="0"/>
                    <a:pt x="19792" y="299"/>
                    <a:pt x="18747" y="822"/>
                  </a:cubicBezTo>
                  <a:cubicBezTo>
                    <a:pt x="17701" y="1345"/>
                    <a:pt x="16879" y="2166"/>
                    <a:pt x="16282" y="3137"/>
                  </a:cubicBezTo>
                  <a:lnTo>
                    <a:pt x="15983" y="3137"/>
                  </a:lnTo>
                  <a:cubicBezTo>
                    <a:pt x="15012" y="1046"/>
                    <a:pt x="12996" y="0"/>
                    <a:pt x="9934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28;p221">
              <a:extLst>
                <a:ext uri="{FF2B5EF4-FFF2-40B4-BE49-F238E27FC236}">
                  <a16:creationId xmlns:a16="http://schemas.microsoft.com/office/drawing/2014/main" id="{E2DB1C8C-09EF-519C-3C5B-A2C54EE4980D}"/>
                </a:ext>
              </a:extLst>
            </p:cNvPr>
            <p:cNvSpPr/>
            <p:nvPr/>
          </p:nvSpPr>
          <p:spPr>
            <a:xfrm>
              <a:off x="3163950" y="2579275"/>
              <a:ext cx="466825" cy="513500"/>
            </a:xfrm>
            <a:custGeom>
              <a:avLst/>
              <a:gdLst/>
              <a:ahLst/>
              <a:cxnLst/>
              <a:rect l="l" t="t" r="r" b="b"/>
              <a:pathLst>
                <a:path w="18673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6" y="6274"/>
                    <a:pt x="5527" y="5154"/>
                  </a:cubicBezTo>
                  <a:cubicBezTo>
                    <a:pt x="6349" y="3959"/>
                    <a:pt x="7619" y="3362"/>
                    <a:pt x="9411" y="3362"/>
                  </a:cubicBezTo>
                  <a:close/>
                  <a:moveTo>
                    <a:pt x="9486" y="1"/>
                  </a:moveTo>
                  <a:cubicBezTo>
                    <a:pt x="6424" y="1"/>
                    <a:pt x="4108" y="897"/>
                    <a:pt x="2465" y="2690"/>
                  </a:cubicBezTo>
                  <a:cubicBezTo>
                    <a:pt x="897" y="4482"/>
                    <a:pt x="1" y="7021"/>
                    <a:pt x="1" y="10233"/>
                  </a:cubicBezTo>
                  <a:cubicBezTo>
                    <a:pt x="1" y="12249"/>
                    <a:pt x="374" y="14116"/>
                    <a:pt x="1196" y="15685"/>
                  </a:cubicBezTo>
                  <a:cubicBezTo>
                    <a:pt x="1868" y="17253"/>
                    <a:pt x="2988" y="18448"/>
                    <a:pt x="4407" y="19270"/>
                  </a:cubicBezTo>
                  <a:cubicBezTo>
                    <a:pt x="5901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1" y="15984"/>
                    <a:pt x="18672" y="13444"/>
                    <a:pt x="18672" y="10158"/>
                  </a:cubicBezTo>
                  <a:cubicBezTo>
                    <a:pt x="18672" y="7021"/>
                    <a:pt x="17851" y="4557"/>
                    <a:pt x="16207" y="2764"/>
                  </a:cubicBezTo>
                  <a:cubicBezTo>
                    <a:pt x="14564" y="972"/>
                    <a:pt x="12324" y="1"/>
                    <a:pt x="9486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29;p221">
              <a:extLst>
                <a:ext uri="{FF2B5EF4-FFF2-40B4-BE49-F238E27FC236}">
                  <a16:creationId xmlns:a16="http://schemas.microsoft.com/office/drawing/2014/main" id="{D71975BB-5D43-9A1A-96D5-84658C22A213}"/>
                </a:ext>
              </a:extLst>
            </p:cNvPr>
            <p:cNvSpPr/>
            <p:nvPr/>
          </p:nvSpPr>
          <p:spPr>
            <a:xfrm>
              <a:off x="3720375" y="2579275"/>
              <a:ext cx="466800" cy="513500"/>
            </a:xfrm>
            <a:custGeom>
              <a:avLst/>
              <a:gdLst/>
              <a:ahLst/>
              <a:cxnLst/>
              <a:rect l="l" t="t" r="r" b="b"/>
              <a:pathLst>
                <a:path w="18672" h="20540" extrusionOk="0">
                  <a:moveTo>
                    <a:pt x="9411" y="3362"/>
                  </a:moveTo>
                  <a:cubicBezTo>
                    <a:pt x="12697" y="3362"/>
                    <a:pt x="14415" y="5677"/>
                    <a:pt x="14415" y="10158"/>
                  </a:cubicBezTo>
                  <a:cubicBezTo>
                    <a:pt x="14415" y="14789"/>
                    <a:pt x="12697" y="17104"/>
                    <a:pt x="9411" y="17104"/>
                  </a:cubicBezTo>
                  <a:cubicBezTo>
                    <a:pt x="5975" y="17104"/>
                    <a:pt x="4332" y="14789"/>
                    <a:pt x="4332" y="10158"/>
                  </a:cubicBezTo>
                  <a:cubicBezTo>
                    <a:pt x="4332" y="7992"/>
                    <a:pt x="4705" y="6274"/>
                    <a:pt x="5527" y="5154"/>
                  </a:cubicBezTo>
                  <a:cubicBezTo>
                    <a:pt x="6348" y="3959"/>
                    <a:pt x="7618" y="3362"/>
                    <a:pt x="9411" y="3362"/>
                  </a:cubicBezTo>
                  <a:close/>
                  <a:moveTo>
                    <a:pt x="9411" y="1"/>
                  </a:moveTo>
                  <a:cubicBezTo>
                    <a:pt x="6423" y="1"/>
                    <a:pt x="4108" y="897"/>
                    <a:pt x="2465" y="2690"/>
                  </a:cubicBezTo>
                  <a:cubicBezTo>
                    <a:pt x="822" y="4482"/>
                    <a:pt x="0" y="7021"/>
                    <a:pt x="0" y="10233"/>
                  </a:cubicBezTo>
                  <a:cubicBezTo>
                    <a:pt x="0" y="12249"/>
                    <a:pt x="373" y="14116"/>
                    <a:pt x="1195" y="15685"/>
                  </a:cubicBezTo>
                  <a:cubicBezTo>
                    <a:pt x="1867" y="17253"/>
                    <a:pt x="2988" y="18448"/>
                    <a:pt x="4407" y="19270"/>
                  </a:cubicBezTo>
                  <a:cubicBezTo>
                    <a:pt x="5900" y="20166"/>
                    <a:pt x="7469" y="20539"/>
                    <a:pt x="9336" y="20539"/>
                  </a:cubicBezTo>
                  <a:cubicBezTo>
                    <a:pt x="12249" y="20539"/>
                    <a:pt x="14564" y="19643"/>
                    <a:pt x="16207" y="17776"/>
                  </a:cubicBezTo>
                  <a:cubicBezTo>
                    <a:pt x="17850" y="15984"/>
                    <a:pt x="18672" y="13444"/>
                    <a:pt x="18672" y="10158"/>
                  </a:cubicBezTo>
                  <a:cubicBezTo>
                    <a:pt x="18672" y="7021"/>
                    <a:pt x="17850" y="4557"/>
                    <a:pt x="16207" y="2764"/>
                  </a:cubicBezTo>
                  <a:cubicBezTo>
                    <a:pt x="14564" y="972"/>
                    <a:pt x="12323" y="1"/>
                    <a:pt x="9411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0;p221">
              <a:extLst>
                <a:ext uri="{FF2B5EF4-FFF2-40B4-BE49-F238E27FC236}">
                  <a16:creationId xmlns:a16="http://schemas.microsoft.com/office/drawing/2014/main" id="{9F6E38F5-AE15-20E7-CF55-3D7A5E6AEE56}"/>
                </a:ext>
              </a:extLst>
            </p:cNvPr>
            <p:cNvSpPr/>
            <p:nvPr/>
          </p:nvSpPr>
          <p:spPr>
            <a:xfrm>
              <a:off x="4246900" y="2472850"/>
              <a:ext cx="319300" cy="619925"/>
            </a:xfrm>
            <a:custGeom>
              <a:avLst/>
              <a:gdLst/>
              <a:ahLst/>
              <a:cxnLst/>
              <a:rect l="l" t="t" r="r" b="b"/>
              <a:pathLst>
                <a:path w="12772" h="24797" extrusionOk="0">
                  <a:moveTo>
                    <a:pt x="4332" y="1"/>
                  </a:moveTo>
                  <a:lnTo>
                    <a:pt x="2913" y="4183"/>
                  </a:lnTo>
                  <a:lnTo>
                    <a:pt x="1" y="5826"/>
                  </a:lnTo>
                  <a:lnTo>
                    <a:pt x="1" y="7693"/>
                  </a:lnTo>
                  <a:lnTo>
                    <a:pt x="2689" y="7693"/>
                  </a:lnTo>
                  <a:lnTo>
                    <a:pt x="2689" y="18448"/>
                  </a:lnTo>
                  <a:cubicBezTo>
                    <a:pt x="2689" y="22705"/>
                    <a:pt x="4706" y="24796"/>
                    <a:pt x="8664" y="24796"/>
                  </a:cubicBezTo>
                  <a:cubicBezTo>
                    <a:pt x="9486" y="24796"/>
                    <a:pt x="10158" y="24722"/>
                    <a:pt x="10980" y="24572"/>
                  </a:cubicBezTo>
                  <a:cubicBezTo>
                    <a:pt x="11726" y="24498"/>
                    <a:pt x="12324" y="24274"/>
                    <a:pt x="12772" y="24050"/>
                  </a:cubicBezTo>
                  <a:lnTo>
                    <a:pt x="12772" y="20838"/>
                  </a:lnTo>
                  <a:cubicBezTo>
                    <a:pt x="11726" y="21211"/>
                    <a:pt x="10755" y="21361"/>
                    <a:pt x="9710" y="21361"/>
                  </a:cubicBezTo>
                  <a:cubicBezTo>
                    <a:pt x="8963" y="21361"/>
                    <a:pt x="8216" y="21137"/>
                    <a:pt x="7693" y="20614"/>
                  </a:cubicBezTo>
                  <a:cubicBezTo>
                    <a:pt x="7171" y="20166"/>
                    <a:pt x="6946" y="19419"/>
                    <a:pt x="6946" y="18373"/>
                  </a:cubicBezTo>
                  <a:lnTo>
                    <a:pt x="6946" y="7693"/>
                  </a:lnTo>
                  <a:lnTo>
                    <a:pt x="12548" y="7693"/>
                  </a:lnTo>
                  <a:lnTo>
                    <a:pt x="12548" y="4482"/>
                  </a:lnTo>
                  <a:lnTo>
                    <a:pt x="6946" y="4482"/>
                  </a:lnTo>
                  <a:lnTo>
                    <a:pt x="6946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1;p221">
              <a:extLst>
                <a:ext uri="{FF2B5EF4-FFF2-40B4-BE49-F238E27FC236}">
                  <a16:creationId xmlns:a16="http://schemas.microsoft.com/office/drawing/2014/main" id="{9589B921-B81E-639D-84F4-3AD8527D22A3}"/>
                </a:ext>
              </a:extLst>
            </p:cNvPr>
            <p:cNvSpPr/>
            <p:nvPr/>
          </p:nvSpPr>
          <p:spPr>
            <a:xfrm>
              <a:off x="4663275" y="2383225"/>
              <a:ext cx="435075" cy="700200"/>
            </a:xfrm>
            <a:custGeom>
              <a:avLst/>
              <a:gdLst/>
              <a:ahLst/>
              <a:cxnLst/>
              <a:rect l="l" t="t" r="r" b="b"/>
              <a:pathLst>
                <a:path w="17403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4183" y="28008"/>
                  </a:lnTo>
                  <a:lnTo>
                    <a:pt x="4183" y="18075"/>
                  </a:lnTo>
                  <a:cubicBezTo>
                    <a:pt x="4183" y="15610"/>
                    <a:pt x="4557" y="13818"/>
                    <a:pt x="5453" y="12772"/>
                  </a:cubicBezTo>
                  <a:cubicBezTo>
                    <a:pt x="6274" y="11727"/>
                    <a:pt x="7544" y="11204"/>
                    <a:pt x="9336" y="11204"/>
                  </a:cubicBezTo>
                  <a:cubicBezTo>
                    <a:pt x="10681" y="11204"/>
                    <a:pt x="11652" y="11502"/>
                    <a:pt x="12249" y="12324"/>
                  </a:cubicBezTo>
                  <a:cubicBezTo>
                    <a:pt x="12847" y="13071"/>
                    <a:pt x="13145" y="14191"/>
                    <a:pt x="13145" y="15760"/>
                  </a:cubicBezTo>
                  <a:lnTo>
                    <a:pt x="13145" y="28008"/>
                  </a:lnTo>
                  <a:lnTo>
                    <a:pt x="17403" y="28008"/>
                  </a:lnTo>
                  <a:lnTo>
                    <a:pt x="17403" y="15013"/>
                  </a:lnTo>
                  <a:cubicBezTo>
                    <a:pt x="17403" y="10158"/>
                    <a:pt x="15087" y="7768"/>
                    <a:pt x="10233" y="7768"/>
                  </a:cubicBezTo>
                  <a:cubicBezTo>
                    <a:pt x="8888" y="7768"/>
                    <a:pt x="7693" y="7992"/>
                    <a:pt x="6648" y="8515"/>
                  </a:cubicBezTo>
                  <a:cubicBezTo>
                    <a:pt x="5602" y="9038"/>
                    <a:pt x="4855" y="9785"/>
                    <a:pt x="4258" y="10756"/>
                  </a:cubicBezTo>
                  <a:lnTo>
                    <a:pt x="4034" y="10756"/>
                  </a:lnTo>
                  <a:cubicBezTo>
                    <a:pt x="4108" y="9411"/>
                    <a:pt x="4183" y="8216"/>
                    <a:pt x="4183" y="7096"/>
                  </a:cubicBezTo>
                  <a:lnTo>
                    <a:pt x="418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32;p221">
              <a:extLst>
                <a:ext uri="{FF2B5EF4-FFF2-40B4-BE49-F238E27FC236}">
                  <a16:creationId xmlns:a16="http://schemas.microsoft.com/office/drawing/2014/main" id="{85A8602E-039D-84E6-61FF-D88D0D6C5971}"/>
                </a:ext>
              </a:extLst>
            </p:cNvPr>
            <p:cNvSpPr/>
            <p:nvPr/>
          </p:nvSpPr>
          <p:spPr>
            <a:xfrm>
              <a:off x="5217825" y="2583025"/>
              <a:ext cx="343575" cy="509750"/>
            </a:xfrm>
            <a:custGeom>
              <a:avLst/>
              <a:gdLst/>
              <a:ahLst/>
              <a:cxnLst/>
              <a:rect l="l" t="t" r="r" b="b"/>
              <a:pathLst>
                <a:path w="13743" h="20390" extrusionOk="0">
                  <a:moveTo>
                    <a:pt x="7245" y="0"/>
                  </a:moveTo>
                  <a:cubicBezTo>
                    <a:pt x="5005" y="0"/>
                    <a:pt x="3212" y="448"/>
                    <a:pt x="1942" y="1419"/>
                  </a:cubicBezTo>
                  <a:cubicBezTo>
                    <a:pt x="598" y="2315"/>
                    <a:pt x="1" y="3510"/>
                    <a:pt x="1" y="5154"/>
                  </a:cubicBezTo>
                  <a:cubicBezTo>
                    <a:pt x="1" y="6050"/>
                    <a:pt x="150" y="6797"/>
                    <a:pt x="523" y="7469"/>
                  </a:cubicBezTo>
                  <a:cubicBezTo>
                    <a:pt x="897" y="8066"/>
                    <a:pt x="1494" y="8664"/>
                    <a:pt x="2241" y="9187"/>
                  </a:cubicBezTo>
                  <a:cubicBezTo>
                    <a:pt x="3063" y="9635"/>
                    <a:pt x="4332" y="10307"/>
                    <a:pt x="6125" y="10979"/>
                  </a:cubicBezTo>
                  <a:cubicBezTo>
                    <a:pt x="8067" y="11726"/>
                    <a:pt x="9336" y="12398"/>
                    <a:pt x="10008" y="12921"/>
                  </a:cubicBezTo>
                  <a:cubicBezTo>
                    <a:pt x="10606" y="13444"/>
                    <a:pt x="10979" y="14116"/>
                    <a:pt x="10979" y="14863"/>
                  </a:cubicBezTo>
                  <a:cubicBezTo>
                    <a:pt x="10979" y="15908"/>
                    <a:pt x="10606" y="16730"/>
                    <a:pt x="9710" y="17178"/>
                  </a:cubicBezTo>
                  <a:cubicBezTo>
                    <a:pt x="8888" y="17626"/>
                    <a:pt x="7693" y="17925"/>
                    <a:pt x="6125" y="17925"/>
                  </a:cubicBezTo>
                  <a:cubicBezTo>
                    <a:pt x="5154" y="17925"/>
                    <a:pt x="4108" y="17775"/>
                    <a:pt x="3063" y="17477"/>
                  </a:cubicBezTo>
                  <a:cubicBezTo>
                    <a:pt x="1942" y="17253"/>
                    <a:pt x="897" y="16879"/>
                    <a:pt x="1" y="16431"/>
                  </a:cubicBezTo>
                  <a:lnTo>
                    <a:pt x="1" y="19120"/>
                  </a:lnTo>
                  <a:cubicBezTo>
                    <a:pt x="1420" y="20016"/>
                    <a:pt x="3436" y="20389"/>
                    <a:pt x="6050" y="20389"/>
                  </a:cubicBezTo>
                  <a:cubicBezTo>
                    <a:pt x="8515" y="20389"/>
                    <a:pt x="10382" y="19867"/>
                    <a:pt x="11726" y="18896"/>
                  </a:cubicBezTo>
                  <a:cubicBezTo>
                    <a:pt x="13145" y="17925"/>
                    <a:pt x="13743" y="16431"/>
                    <a:pt x="13743" y="14639"/>
                  </a:cubicBezTo>
                  <a:cubicBezTo>
                    <a:pt x="13743" y="13294"/>
                    <a:pt x="13369" y="12174"/>
                    <a:pt x="12697" y="11427"/>
                  </a:cubicBezTo>
                  <a:cubicBezTo>
                    <a:pt x="11876" y="10531"/>
                    <a:pt x="10307" y="9709"/>
                    <a:pt x="7992" y="8888"/>
                  </a:cubicBezTo>
                  <a:cubicBezTo>
                    <a:pt x="6274" y="8290"/>
                    <a:pt x="5079" y="7768"/>
                    <a:pt x="4556" y="7394"/>
                  </a:cubicBezTo>
                  <a:cubicBezTo>
                    <a:pt x="3959" y="7095"/>
                    <a:pt x="3511" y="6797"/>
                    <a:pt x="3212" y="6349"/>
                  </a:cubicBezTo>
                  <a:cubicBezTo>
                    <a:pt x="2988" y="5975"/>
                    <a:pt x="2839" y="5527"/>
                    <a:pt x="2839" y="5004"/>
                  </a:cubicBezTo>
                  <a:cubicBezTo>
                    <a:pt x="2839" y="4183"/>
                    <a:pt x="3137" y="3585"/>
                    <a:pt x="3884" y="3137"/>
                  </a:cubicBezTo>
                  <a:cubicBezTo>
                    <a:pt x="4556" y="2689"/>
                    <a:pt x="5602" y="2465"/>
                    <a:pt x="7096" y="2465"/>
                  </a:cubicBezTo>
                  <a:cubicBezTo>
                    <a:pt x="8589" y="2465"/>
                    <a:pt x="10457" y="2988"/>
                    <a:pt x="12398" y="3735"/>
                  </a:cubicBezTo>
                  <a:lnTo>
                    <a:pt x="13444" y="1345"/>
                  </a:lnTo>
                  <a:cubicBezTo>
                    <a:pt x="11428" y="448"/>
                    <a:pt x="9336" y="0"/>
                    <a:pt x="7245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3;p221">
              <a:extLst>
                <a:ext uri="{FF2B5EF4-FFF2-40B4-BE49-F238E27FC236}">
                  <a16:creationId xmlns:a16="http://schemas.microsoft.com/office/drawing/2014/main" id="{1E064366-90A3-F381-5FB7-4D8E33B87F7A}"/>
                </a:ext>
              </a:extLst>
            </p:cNvPr>
            <p:cNvSpPr/>
            <p:nvPr/>
          </p:nvSpPr>
          <p:spPr>
            <a:xfrm>
              <a:off x="5615525" y="2474725"/>
              <a:ext cx="289450" cy="616175"/>
            </a:xfrm>
            <a:custGeom>
              <a:avLst/>
              <a:gdLst/>
              <a:ahLst/>
              <a:cxnLst/>
              <a:rect l="l" t="t" r="r" b="b"/>
              <a:pathLst>
                <a:path w="11578" h="24647" extrusionOk="0">
                  <a:moveTo>
                    <a:pt x="4034" y="0"/>
                  </a:moveTo>
                  <a:lnTo>
                    <a:pt x="2839" y="4183"/>
                  </a:lnTo>
                  <a:lnTo>
                    <a:pt x="1" y="5453"/>
                  </a:lnTo>
                  <a:lnTo>
                    <a:pt x="1" y="6872"/>
                  </a:lnTo>
                  <a:lnTo>
                    <a:pt x="2839" y="6872"/>
                  </a:lnTo>
                  <a:lnTo>
                    <a:pt x="2839" y="18597"/>
                  </a:lnTo>
                  <a:cubicBezTo>
                    <a:pt x="2839" y="22630"/>
                    <a:pt x="4706" y="24647"/>
                    <a:pt x="8440" y="24647"/>
                  </a:cubicBezTo>
                  <a:cubicBezTo>
                    <a:pt x="8963" y="24647"/>
                    <a:pt x="9486" y="24647"/>
                    <a:pt x="10158" y="24497"/>
                  </a:cubicBezTo>
                  <a:cubicBezTo>
                    <a:pt x="10830" y="24423"/>
                    <a:pt x="11278" y="24273"/>
                    <a:pt x="11577" y="24124"/>
                  </a:cubicBezTo>
                  <a:lnTo>
                    <a:pt x="11577" y="21809"/>
                  </a:lnTo>
                  <a:cubicBezTo>
                    <a:pt x="11278" y="21958"/>
                    <a:pt x="10905" y="22033"/>
                    <a:pt x="10382" y="22107"/>
                  </a:cubicBezTo>
                  <a:cubicBezTo>
                    <a:pt x="9934" y="22182"/>
                    <a:pt x="9411" y="22257"/>
                    <a:pt x="8888" y="22257"/>
                  </a:cubicBezTo>
                  <a:cubicBezTo>
                    <a:pt x="7917" y="22257"/>
                    <a:pt x="7245" y="21883"/>
                    <a:pt x="6573" y="21286"/>
                  </a:cubicBezTo>
                  <a:cubicBezTo>
                    <a:pt x="5976" y="20614"/>
                    <a:pt x="5752" y="19717"/>
                    <a:pt x="5752" y="18522"/>
                  </a:cubicBezTo>
                  <a:lnTo>
                    <a:pt x="5752" y="6872"/>
                  </a:lnTo>
                  <a:lnTo>
                    <a:pt x="11428" y="6872"/>
                  </a:lnTo>
                  <a:lnTo>
                    <a:pt x="11428" y="4631"/>
                  </a:lnTo>
                  <a:lnTo>
                    <a:pt x="5752" y="4631"/>
                  </a:lnTo>
                  <a:lnTo>
                    <a:pt x="5752" y="0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34;p221">
              <a:extLst>
                <a:ext uri="{FF2B5EF4-FFF2-40B4-BE49-F238E27FC236}">
                  <a16:creationId xmlns:a16="http://schemas.microsoft.com/office/drawing/2014/main" id="{D08DA0FA-54D3-8C69-C638-77B48618F60E}"/>
                </a:ext>
              </a:extLst>
            </p:cNvPr>
            <p:cNvSpPr/>
            <p:nvPr/>
          </p:nvSpPr>
          <p:spPr>
            <a:xfrm>
              <a:off x="5966550" y="2577425"/>
              <a:ext cx="394000" cy="513475"/>
            </a:xfrm>
            <a:custGeom>
              <a:avLst/>
              <a:gdLst/>
              <a:ahLst/>
              <a:cxnLst/>
              <a:rect l="l" t="t" r="r" b="b"/>
              <a:pathLst>
                <a:path w="15760" h="20539" extrusionOk="0">
                  <a:moveTo>
                    <a:pt x="12697" y="10606"/>
                  </a:moveTo>
                  <a:lnTo>
                    <a:pt x="12697" y="12323"/>
                  </a:lnTo>
                  <a:cubicBezTo>
                    <a:pt x="12697" y="14190"/>
                    <a:pt x="12175" y="15609"/>
                    <a:pt x="11129" y="16655"/>
                  </a:cubicBezTo>
                  <a:cubicBezTo>
                    <a:pt x="10083" y="17626"/>
                    <a:pt x="8590" y="18149"/>
                    <a:pt x="6797" y="18149"/>
                  </a:cubicBezTo>
                  <a:cubicBezTo>
                    <a:pt x="5602" y="18149"/>
                    <a:pt x="4706" y="17850"/>
                    <a:pt x="4034" y="17402"/>
                  </a:cubicBezTo>
                  <a:cubicBezTo>
                    <a:pt x="3436" y="16804"/>
                    <a:pt x="3063" y="15983"/>
                    <a:pt x="3063" y="14937"/>
                  </a:cubicBezTo>
                  <a:cubicBezTo>
                    <a:pt x="3063" y="13444"/>
                    <a:pt x="3586" y="12473"/>
                    <a:pt x="4631" y="11800"/>
                  </a:cubicBezTo>
                  <a:cubicBezTo>
                    <a:pt x="5677" y="11203"/>
                    <a:pt x="7395" y="10755"/>
                    <a:pt x="9710" y="10755"/>
                  </a:cubicBezTo>
                  <a:lnTo>
                    <a:pt x="12697" y="10606"/>
                  </a:lnTo>
                  <a:close/>
                  <a:moveTo>
                    <a:pt x="8888" y="0"/>
                  </a:moveTo>
                  <a:cubicBezTo>
                    <a:pt x="7693" y="0"/>
                    <a:pt x="6573" y="150"/>
                    <a:pt x="5453" y="523"/>
                  </a:cubicBezTo>
                  <a:cubicBezTo>
                    <a:pt x="4258" y="822"/>
                    <a:pt x="3212" y="1195"/>
                    <a:pt x="2241" y="1718"/>
                  </a:cubicBezTo>
                  <a:lnTo>
                    <a:pt x="3138" y="4033"/>
                  </a:lnTo>
                  <a:cubicBezTo>
                    <a:pt x="5229" y="3062"/>
                    <a:pt x="7021" y="2539"/>
                    <a:pt x="8664" y="2539"/>
                  </a:cubicBezTo>
                  <a:cubicBezTo>
                    <a:pt x="10158" y="2539"/>
                    <a:pt x="11204" y="2913"/>
                    <a:pt x="11876" y="3660"/>
                  </a:cubicBezTo>
                  <a:cubicBezTo>
                    <a:pt x="12473" y="4332"/>
                    <a:pt x="12847" y="5452"/>
                    <a:pt x="12847" y="7021"/>
                  </a:cubicBezTo>
                  <a:lnTo>
                    <a:pt x="12847" y="8290"/>
                  </a:lnTo>
                  <a:lnTo>
                    <a:pt x="9486" y="8440"/>
                  </a:lnTo>
                  <a:cubicBezTo>
                    <a:pt x="3212" y="8589"/>
                    <a:pt x="1" y="10755"/>
                    <a:pt x="1" y="14713"/>
                  </a:cubicBezTo>
                  <a:cubicBezTo>
                    <a:pt x="1" y="16655"/>
                    <a:pt x="524" y="18074"/>
                    <a:pt x="1644" y="19045"/>
                  </a:cubicBezTo>
                  <a:cubicBezTo>
                    <a:pt x="2764" y="20016"/>
                    <a:pt x="4258" y="20539"/>
                    <a:pt x="6200" y="20539"/>
                  </a:cubicBezTo>
                  <a:cubicBezTo>
                    <a:pt x="7619" y="20539"/>
                    <a:pt x="8888" y="20315"/>
                    <a:pt x="9859" y="19867"/>
                  </a:cubicBezTo>
                  <a:cubicBezTo>
                    <a:pt x="10830" y="19493"/>
                    <a:pt x="11801" y="18672"/>
                    <a:pt x="12772" y="17402"/>
                  </a:cubicBezTo>
                  <a:lnTo>
                    <a:pt x="12921" y="17402"/>
                  </a:lnTo>
                  <a:lnTo>
                    <a:pt x="13519" y="20240"/>
                  </a:lnTo>
                  <a:lnTo>
                    <a:pt x="15760" y="20240"/>
                  </a:lnTo>
                  <a:lnTo>
                    <a:pt x="15760" y="6647"/>
                  </a:lnTo>
                  <a:cubicBezTo>
                    <a:pt x="15760" y="4332"/>
                    <a:pt x="15162" y="2689"/>
                    <a:pt x="14042" y="1643"/>
                  </a:cubicBezTo>
                  <a:cubicBezTo>
                    <a:pt x="12921" y="523"/>
                    <a:pt x="11204" y="0"/>
                    <a:pt x="8888" y="0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35;p221">
              <a:extLst>
                <a:ext uri="{FF2B5EF4-FFF2-40B4-BE49-F238E27FC236}">
                  <a16:creationId xmlns:a16="http://schemas.microsoft.com/office/drawing/2014/main" id="{068A4DFB-971B-AB57-4FAB-B5F6E8B993A4}"/>
                </a:ext>
              </a:extLst>
            </p:cNvPr>
            <p:cNvSpPr/>
            <p:nvPr/>
          </p:nvSpPr>
          <p:spPr>
            <a:xfrm>
              <a:off x="6481900" y="2581150"/>
              <a:ext cx="352900" cy="511625"/>
            </a:xfrm>
            <a:custGeom>
              <a:avLst/>
              <a:gdLst/>
              <a:ahLst/>
              <a:cxnLst/>
              <a:rect l="l" t="t" r="r" b="b"/>
              <a:pathLst>
                <a:path w="14116" h="20465" extrusionOk="0">
                  <a:moveTo>
                    <a:pt x="9112" y="1"/>
                  </a:moveTo>
                  <a:cubicBezTo>
                    <a:pt x="6199" y="1"/>
                    <a:pt x="3959" y="897"/>
                    <a:pt x="2390" y="2689"/>
                  </a:cubicBezTo>
                  <a:cubicBezTo>
                    <a:pt x="822" y="4556"/>
                    <a:pt x="0" y="7096"/>
                    <a:pt x="0" y="10382"/>
                  </a:cubicBezTo>
                  <a:cubicBezTo>
                    <a:pt x="0" y="13593"/>
                    <a:pt x="822" y="16058"/>
                    <a:pt x="2390" y="17850"/>
                  </a:cubicBezTo>
                  <a:cubicBezTo>
                    <a:pt x="3959" y="19643"/>
                    <a:pt x="6050" y="20464"/>
                    <a:pt x="8963" y="20464"/>
                  </a:cubicBezTo>
                  <a:cubicBezTo>
                    <a:pt x="10904" y="20464"/>
                    <a:pt x="12547" y="20091"/>
                    <a:pt x="13742" y="19493"/>
                  </a:cubicBezTo>
                  <a:lnTo>
                    <a:pt x="13742" y="16879"/>
                  </a:lnTo>
                  <a:cubicBezTo>
                    <a:pt x="12099" y="17552"/>
                    <a:pt x="10382" y="17925"/>
                    <a:pt x="8738" y="17925"/>
                  </a:cubicBezTo>
                  <a:cubicBezTo>
                    <a:pt x="6871" y="17925"/>
                    <a:pt x="5452" y="17253"/>
                    <a:pt x="4481" y="15983"/>
                  </a:cubicBezTo>
                  <a:cubicBezTo>
                    <a:pt x="3510" y="14639"/>
                    <a:pt x="2988" y="12772"/>
                    <a:pt x="2988" y="10382"/>
                  </a:cubicBezTo>
                  <a:cubicBezTo>
                    <a:pt x="2988" y="5229"/>
                    <a:pt x="5004" y="2689"/>
                    <a:pt x="9037" y="2689"/>
                  </a:cubicBezTo>
                  <a:cubicBezTo>
                    <a:pt x="9635" y="2689"/>
                    <a:pt x="10307" y="2764"/>
                    <a:pt x="11054" y="2988"/>
                  </a:cubicBezTo>
                  <a:cubicBezTo>
                    <a:pt x="11875" y="3137"/>
                    <a:pt x="12622" y="3361"/>
                    <a:pt x="13220" y="3585"/>
                  </a:cubicBezTo>
                  <a:lnTo>
                    <a:pt x="14116" y="1046"/>
                  </a:lnTo>
                  <a:cubicBezTo>
                    <a:pt x="13593" y="822"/>
                    <a:pt x="12846" y="523"/>
                    <a:pt x="11950" y="374"/>
                  </a:cubicBezTo>
                  <a:cubicBezTo>
                    <a:pt x="11054" y="150"/>
                    <a:pt x="10083" y="1"/>
                    <a:pt x="9112" y="1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36;p221">
              <a:extLst>
                <a:ext uri="{FF2B5EF4-FFF2-40B4-BE49-F238E27FC236}">
                  <a16:creationId xmlns:a16="http://schemas.microsoft.com/office/drawing/2014/main" id="{A9C4A4FC-0AB9-FF72-890B-994DC73FD3A5}"/>
                </a:ext>
              </a:extLst>
            </p:cNvPr>
            <p:cNvSpPr/>
            <p:nvPr/>
          </p:nvSpPr>
          <p:spPr>
            <a:xfrm>
              <a:off x="6943075" y="2383225"/>
              <a:ext cx="390275" cy="700200"/>
            </a:xfrm>
            <a:custGeom>
              <a:avLst/>
              <a:gdLst/>
              <a:ahLst/>
              <a:cxnLst/>
              <a:rect l="l" t="t" r="r" b="b"/>
              <a:pathLst>
                <a:path w="15611" h="28008" extrusionOk="0">
                  <a:moveTo>
                    <a:pt x="1" y="1"/>
                  </a:moveTo>
                  <a:lnTo>
                    <a:pt x="1" y="28008"/>
                  </a:lnTo>
                  <a:lnTo>
                    <a:pt x="2913" y="28008"/>
                  </a:lnTo>
                  <a:lnTo>
                    <a:pt x="2913" y="20689"/>
                  </a:lnTo>
                  <a:lnTo>
                    <a:pt x="5154" y="18672"/>
                  </a:lnTo>
                  <a:lnTo>
                    <a:pt x="12025" y="28008"/>
                  </a:lnTo>
                  <a:lnTo>
                    <a:pt x="15610" y="28008"/>
                  </a:lnTo>
                  <a:lnTo>
                    <a:pt x="7171" y="16656"/>
                  </a:lnTo>
                  <a:lnTo>
                    <a:pt x="15087" y="8291"/>
                  </a:lnTo>
                  <a:lnTo>
                    <a:pt x="11577" y="8291"/>
                  </a:lnTo>
                  <a:lnTo>
                    <a:pt x="5229" y="15013"/>
                  </a:lnTo>
                  <a:cubicBezTo>
                    <a:pt x="4258" y="16208"/>
                    <a:pt x="3436" y="17179"/>
                    <a:pt x="2913" y="17925"/>
                  </a:cubicBezTo>
                  <a:lnTo>
                    <a:pt x="2913" y="18000"/>
                  </a:lnTo>
                  <a:lnTo>
                    <a:pt x="2764" y="18000"/>
                  </a:lnTo>
                  <a:cubicBezTo>
                    <a:pt x="2839" y="16581"/>
                    <a:pt x="2913" y="15535"/>
                    <a:pt x="2913" y="14863"/>
                  </a:cubicBezTo>
                  <a:lnTo>
                    <a:pt x="2913" y="1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37;p221">
              <a:extLst>
                <a:ext uri="{FF2B5EF4-FFF2-40B4-BE49-F238E27FC236}">
                  <a16:creationId xmlns:a16="http://schemas.microsoft.com/office/drawing/2014/main" id="{658C9AEF-3493-5CBC-0090-6FDC8F205B70}"/>
                </a:ext>
              </a:extLst>
            </p:cNvPr>
            <p:cNvSpPr/>
            <p:nvPr/>
          </p:nvSpPr>
          <p:spPr>
            <a:xfrm>
              <a:off x="238125" y="26185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41152" y="4556"/>
                  </a:moveTo>
                  <a:lnTo>
                    <a:pt x="11651" y="4556"/>
                  </a:lnTo>
                  <a:lnTo>
                    <a:pt x="11651" y="0"/>
                  </a:lnTo>
                  <a:lnTo>
                    <a:pt x="45708" y="0"/>
                  </a:lnTo>
                  <a:lnTo>
                    <a:pt x="45708" y="14415"/>
                  </a:lnTo>
                  <a:cubicBezTo>
                    <a:pt x="45708" y="21734"/>
                    <a:pt x="39808" y="27634"/>
                    <a:pt x="32563" y="27634"/>
                  </a:cubicBezTo>
                  <a:lnTo>
                    <a:pt x="0" y="27634"/>
                  </a:lnTo>
                  <a:lnTo>
                    <a:pt x="0" y="23078"/>
                  </a:lnTo>
                  <a:lnTo>
                    <a:pt x="32563" y="23078"/>
                  </a:lnTo>
                  <a:cubicBezTo>
                    <a:pt x="37343" y="23078"/>
                    <a:pt x="41152" y="19120"/>
                    <a:pt x="41152" y="14415"/>
                  </a:cubicBez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38;p221">
              <a:extLst>
                <a:ext uri="{FF2B5EF4-FFF2-40B4-BE49-F238E27FC236}">
                  <a16:creationId xmlns:a16="http://schemas.microsoft.com/office/drawing/2014/main" id="{CACDEEC4-6917-FFA2-7A4F-EF4521ECC57F}"/>
                </a:ext>
              </a:extLst>
            </p:cNvPr>
            <p:cNvSpPr/>
            <p:nvPr/>
          </p:nvSpPr>
          <p:spPr>
            <a:xfrm>
              <a:off x="239975" y="2329100"/>
              <a:ext cx="1142725" cy="690850"/>
            </a:xfrm>
            <a:custGeom>
              <a:avLst/>
              <a:gdLst/>
              <a:ahLst/>
              <a:cxnLst/>
              <a:rect l="l" t="t" r="r" b="b"/>
              <a:pathLst>
                <a:path w="45709" h="27634" extrusionOk="0">
                  <a:moveTo>
                    <a:pt x="13220" y="4556"/>
                  </a:moveTo>
                  <a:cubicBezTo>
                    <a:pt x="8366" y="4556"/>
                    <a:pt x="4557" y="8514"/>
                    <a:pt x="4557" y="13219"/>
                  </a:cubicBezTo>
                  <a:lnTo>
                    <a:pt x="4557" y="23078"/>
                  </a:lnTo>
                  <a:lnTo>
                    <a:pt x="34058" y="23078"/>
                  </a:lnTo>
                  <a:lnTo>
                    <a:pt x="34058" y="27634"/>
                  </a:lnTo>
                  <a:lnTo>
                    <a:pt x="1" y="27634"/>
                  </a:lnTo>
                  <a:lnTo>
                    <a:pt x="1" y="13219"/>
                  </a:lnTo>
                  <a:cubicBezTo>
                    <a:pt x="1" y="5900"/>
                    <a:pt x="5901" y="0"/>
                    <a:pt x="13220" y="0"/>
                  </a:cubicBezTo>
                  <a:lnTo>
                    <a:pt x="45709" y="0"/>
                  </a:lnTo>
                  <a:lnTo>
                    <a:pt x="45709" y="4556"/>
                  </a:lnTo>
                  <a:close/>
                </a:path>
              </a:pathLst>
            </a:custGeom>
            <a:solidFill>
              <a:srgbClr val="5E35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49;p228">
            <a:extLst>
              <a:ext uri="{FF2B5EF4-FFF2-40B4-BE49-F238E27FC236}">
                <a16:creationId xmlns:a16="http://schemas.microsoft.com/office/drawing/2014/main" id="{D1B12E48-BCB5-355D-926C-DAC413E45725}"/>
              </a:ext>
            </a:extLst>
          </p:cNvPr>
          <p:cNvSpPr txBox="1">
            <a:spLocks/>
          </p:cNvSpPr>
          <p:nvPr/>
        </p:nvSpPr>
        <p:spPr>
          <a:xfrm>
            <a:off x="870636" y="1517409"/>
            <a:ext cx="4784400" cy="2751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>
              <a:buSzPts val="990"/>
            </a:pPr>
            <a:r>
              <a:rPr lang="en-US" sz="4800">
                <a:solidFill>
                  <a:srgbClr val="F0F2FC"/>
                </a:solidFill>
                <a:latin typeface="Verdana"/>
                <a:ea typeface="Verdana"/>
                <a:cs typeface="Poppins"/>
                <a:sym typeface="Poppins"/>
              </a:rPr>
              <a:t>Collaboration &amp; </a:t>
            </a:r>
            <a:endParaRPr lang="en-US" sz="4800">
              <a:solidFill>
                <a:srgbClr val="F0F2FC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</a:endParaRPr>
          </a:p>
          <a:p>
            <a:pPr algn="ctr">
              <a:buSzPts val="990"/>
            </a:pPr>
            <a:r>
              <a:rPr lang="en-US" sz="4800">
                <a:solidFill>
                  <a:srgbClr val="F0F2FC"/>
                </a:solidFill>
                <a:latin typeface="Verdana"/>
                <a:ea typeface="Verdana"/>
                <a:cs typeface="Poppins"/>
                <a:sym typeface="Poppins"/>
              </a:rPr>
              <a:t>Project Management</a:t>
            </a:r>
            <a:endParaRPr lang="en-US" sz="4800">
              <a:solidFill>
                <a:srgbClr val="F0F2FC"/>
              </a:solidFill>
              <a:latin typeface="Verdana"/>
              <a:ea typeface="Verdana"/>
              <a:cs typeface="Poppins"/>
            </a:endParaRPr>
          </a:p>
        </p:txBody>
      </p:sp>
      <p:sp>
        <p:nvSpPr>
          <p:cNvPr id="3" name="Google Shape;2050;p228">
            <a:extLst>
              <a:ext uri="{FF2B5EF4-FFF2-40B4-BE49-F238E27FC236}">
                <a16:creationId xmlns:a16="http://schemas.microsoft.com/office/drawing/2014/main" id="{7C5C2AAB-8B52-501C-8D04-EE0420C3B275}"/>
              </a:ext>
            </a:extLst>
          </p:cNvPr>
          <p:cNvSpPr txBox="1">
            <a:spLocks/>
          </p:cNvSpPr>
          <p:nvPr/>
        </p:nvSpPr>
        <p:spPr>
          <a:xfrm>
            <a:off x="7047646" y="765814"/>
            <a:ext cx="1386146" cy="60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"/>
              </a:rPr>
              <a:t>Teams</a:t>
            </a:r>
          </a:p>
        </p:txBody>
      </p:sp>
      <p:sp>
        <p:nvSpPr>
          <p:cNvPr id="4" name="Google Shape;2050;p228">
            <a:extLst>
              <a:ext uri="{FF2B5EF4-FFF2-40B4-BE49-F238E27FC236}">
                <a16:creationId xmlns:a16="http://schemas.microsoft.com/office/drawing/2014/main" id="{170280C4-AD73-847C-D048-93A58405A3A9}"/>
              </a:ext>
            </a:extLst>
          </p:cNvPr>
          <p:cNvSpPr txBox="1">
            <a:spLocks/>
          </p:cNvSpPr>
          <p:nvPr/>
        </p:nvSpPr>
        <p:spPr>
          <a:xfrm>
            <a:off x="7141799" y="2819230"/>
            <a:ext cx="1386146" cy="60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"/>
              </a:rPr>
              <a:t>Jira</a:t>
            </a:r>
          </a:p>
        </p:txBody>
      </p:sp>
      <p:sp>
        <p:nvSpPr>
          <p:cNvPr id="6" name="Google Shape;2050;p228">
            <a:extLst>
              <a:ext uri="{FF2B5EF4-FFF2-40B4-BE49-F238E27FC236}">
                <a16:creationId xmlns:a16="http://schemas.microsoft.com/office/drawing/2014/main" id="{5FFB76D9-5479-34CC-7729-A2CC1D49AD0D}"/>
              </a:ext>
            </a:extLst>
          </p:cNvPr>
          <p:cNvSpPr txBox="1">
            <a:spLocks/>
          </p:cNvSpPr>
          <p:nvPr/>
        </p:nvSpPr>
        <p:spPr>
          <a:xfrm>
            <a:off x="6694820" y="4994499"/>
            <a:ext cx="2085517" cy="60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•"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"/>
              </a:rPr>
              <a:t>Confluence</a:t>
            </a:r>
          </a:p>
        </p:txBody>
      </p: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C38241BA-21C7-08E3-766D-F0C838E138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90" t="9717" r="18698" b="10861"/>
          <a:stretch/>
        </p:blipFill>
        <p:spPr>
          <a:xfrm>
            <a:off x="9292403" y="137443"/>
            <a:ext cx="1839037" cy="1672743"/>
          </a:xfrm>
          <a:prstGeom prst="rect">
            <a:avLst/>
          </a:prstGeom>
        </p:spPr>
      </p:pic>
      <p:pic>
        <p:nvPicPr>
          <p:cNvPr id="27" name="Picture 26" descr="Icon&#10;&#10;Description automatically generated">
            <a:extLst>
              <a:ext uri="{FF2B5EF4-FFF2-40B4-BE49-F238E27FC236}">
                <a16:creationId xmlns:a16="http://schemas.microsoft.com/office/drawing/2014/main" id="{2307948B-4AC9-DDF1-2DA8-C6C287ADA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611" y="2246144"/>
            <a:ext cx="1745788" cy="1745788"/>
          </a:xfrm>
          <a:prstGeom prst="rect">
            <a:avLst/>
          </a:prstGeom>
        </p:spPr>
      </p:pic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EAB6C3B2-0733-6736-A470-FFD5708AC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6388" y="4436557"/>
            <a:ext cx="1710077" cy="171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126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238"/>
          <p:cNvSpPr txBox="1">
            <a:spLocks noGrp="1"/>
          </p:cNvSpPr>
          <p:nvPr>
            <p:ph type="title"/>
          </p:nvPr>
        </p:nvSpPr>
        <p:spPr>
          <a:xfrm>
            <a:off x="2886729" y="2863501"/>
            <a:ext cx="6420786" cy="14709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algn="l"/>
            <a:r>
              <a:rPr lang="en-US" sz="8200">
                <a:solidFill>
                  <a:srgbClr val="F0F2FC"/>
                </a:solidFill>
                <a:latin typeface="Poppins"/>
                <a:ea typeface="Poppins"/>
                <a:cs typeface="Poppins"/>
                <a:sym typeface="Poppins"/>
              </a:rPr>
              <a:t>Thank You!                                                                             </a:t>
            </a:r>
            <a:endParaRPr lang="en-US" sz="8200">
              <a:solidFill>
                <a:srgbClr val="F0F2FC"/>
              </a:solidFill>
              <a:latin typeface="Poppins"/>
              <a:ea typeface="Poppins"/>
              <a:cs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4A8DD61E86634DA89DF3644F8913B4" ma:contentTypeVersion="4" ma:contentTypeDescription="Create a new document." ma:contentTypeScope="" ma:versionID="dbf77a182d3afcb33dd8dbaf2cec54fc">
  <xsd:schema xmlns:xsd="http://www.w3.org/2001/XMLSchema" xmlns:xs="http://www.w3.org/2001/XMLSchema" xmlns:p="http://schemas.microsoft.com/office/2006/metadata/properties" xmlns:ns2="58e98bc1-0be9-48d6-8a4d-d84a33de0c19" targetNamespace="http://schemas.microsoft.com/office/2006/metadata/properties" ma:root="true" ma:fieldsID="4dbdc23fedb95bdedec01bc1a32aa69e" ns2:_="">
    <xsd:import namespace="58e98bc1-0be9-48d6-8a4d-d84a33de0c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e98bc1-0be9-48d6-8a4d-d84a33de0c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B2E9AA-A847-427D-9A1D-E6534823EAD6}">
  <ds:schemaRefs>
    <ds:schemaRef ds:uri="58e98bc1-0be9-48d6-8a4d-d84a33de0c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4CCC4C5-ECD4-4AB1-A816-F152A4992008}">
  <ds:schemaRefs>
    <ds:schemaRef ds:uri="1b45eedb-0585-4574-9ce8-7d672054f74b"/>
    <ds:schemaRef ds:uri="f22256a2-15a3-43ae-a6d6-b0abb5bd50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ED429DD-DD3D-4ACC-95A7-C396127A1F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Deployment Dragons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 You!                                                                            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your own workforce Hire, Train &amp; Deploy</dc:title>
  <dc:creator>Aaron Ritchie</dc:creator>
  <cp:revision>1</cp:revision>
  <dcterms:modified xsi:type="dcterms:W3CDTF">2024-06-11T13:42:32Z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0x010100B14A8DD61E86634DA89DF3644F8913B4</vt:lpwstr>
  </property>
</Properties>
</file>